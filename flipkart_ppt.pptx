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  <p:sldId id="269" r:id="rId10"/>
    <p:sldId id="268" r:id="rId11"/>
    <p:sldId id="270" r:id="rId12"/>
    <p:sldId id="266" r:id="rId13"/>
    <p:sldId id="271" r:id="rId14"/>
    <p:sldId id="272" r:id="rId15"/>
    <p:sldId id="273" r:id="rId16"/>
    <p:sldId id="274" r:id="rId17"/>
    <p:sldId id="275" r:id="rId18"/>
    <p:sldId id="267" r:id="rId19"/>
    <p:sldId id="278" r:id="rId20"/>
    <p:sldId id="276" r:id="rId21"/>
    <p:sldId id="277" r:id="rId22"/>
    <p:sldId id="279" r:id="rId23"/>
    <p:sldId id="260" r:id="rId24"/>
    <p:sldId id="280" r:id="rId25"/>
    <p:sldId id="281" r:id="rId26"/>
    <p:sldId id="282" r:id="rId27"/>
    <p:sldId id="259" r:id="rId28"/>
  </p:sldIdLst>
  <p:sldSz cx="18288000" cy="10287000"/>
  <p:notesSz cx="6858000" cy="9144000"/>
  <p:embeddedFontLst>
    <p:embeddedFont>
      <p:font typeface="Arial Rounded MT Bold" panose="020F0704030504030204" pitchFamily="34" charset="0"/>
      <p:regular r:id="rId29"/>
    </p:embeddedFont>
    <p:embeddedFont>
      <p:font typeface="Bahnschrift" panose="020B0502040204020203" pitchFamily="34" charset="0"/>
      <p:regular r:id="rId30"/>
      <p:bold r:id="rId31"/>
    </p:embeddedFont>
    <p:embeddedFont>
      <p:font typeface="Cascadia Code" panose="020B0609020000020004" pitchFamily="49" charset="0"/>
      <p:regular r:id="rId32"/>
      <p:bold r:id="rId33"/>
      <p:italic r:id="rId34"/>
      <p:boldItalic r:id="rId35"/>
    </p:embeddedFont>
    <p:embeddedFont>
      <p:font typeface="DM Sans" pitchFamily="2" charset="0"/>
      <p:regular r:id="rId36"/>
      <p:bold r:id="rId37"/>
      <p:italic r:id="rId38"/>
      <p:boldItalic r:id="rId39"/>
    </p:embeddedFont>
    <p:embeddedFont>
      <p:font typeface="Perpetua" panose="02020502060401020303" pitchFamily="18" charset="0"/>
      <p:regular r:id="rId40"/>
      <p:bold r:id="rId41"/>
      <p:italic r:id="rId42"/>
      <p:boldItalic r:id="rId43"/>
    </p:embeddedFont>
    <p:embeddedFont>
      <p:font typeface="Readex Pro Semi-Bold" panose="020B0604020202020204" charset="-78"/>
      <p:regular r:id="rId44"/>
    </p:embeddedFont>
    <p:embeddedFont>
      <p:font typeface="Rockwell Extra Bold" panose="02060903040505020403" pitchFamily="18" charset="0"/>
      <p:bold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F4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2E99E9-1302-4CCA-BA72-E666FA57B805}" v="30" dt="2026-04-02T16:03:09.2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1138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font" Target="fonts/font1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8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upa Dalal" userId="d4791ec40d55e7ee" providerId="LiveId" clId="{E1ED0E34-1AFB-42A3-A161-79F7C18B936E}"/>
    <pc:docChg chg="undo custSel addSld delSld modSld sldOrd">
      <pc:chgData name="Krupa Dalal" userId="d4791ec40d55e7ee" providerId="LiveId" clId="{E1ED0E34-1AFB-42A3-A161-79F7C18B936E}" dt="2026-04-02T16:04:58.970" v="2651" actId="1076"/>
      <pc:docMkLst>
        <pc:docMk/>
      </pc:docMkLst>
      <pc:sldChg chg="addSp modSp mod">
        <pc:chgData name="Krupa Dalal" userId="d4791ec40d55e7ee" providerId="LiveId" clId="{E1ED0E34-1AFB-42A3-A161-79F7C18B936E}" dt="2026-03-28T12:00:40.897" v="1415" actId="14100"/>
        <pc:sldMkLst>
          <pc:docMk/>
          <pc:sldMk cId="0" sldId="256"/>
        </pc:sldMkLst>
        <pc:spChg chg="mod">
          <ac:chgData name="Krupa Dalal" userId="d4791ec40d55e7ee" providerId="LiveId" clId="{E1ED0E34-1AFB-42A3-A161-79F7C18B936E}" dt="2026-03-28T06:09:02.169" v="2" actId="14100"/>
          <ac:spMkLst>
            <pc:docMk/>
            <pc:sldMk cId="0" sldId="256"/>
            <ac:spMk id="2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08:55.307" v="1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0:38.692" v="105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09:30.598" v="43" actId="1076"/>
          <ac:spMkLst>
            <pc:docMk/>
            <pc:sldMk cId="0" sldId="256"/>
            <ac:spMk id="7" creationId="{00000000-0000-0000-0000-000000000000}"/>
          </ac:spMkLst>
        </pc:spChg>
        <pc:spChg chg="add mod">
          <ac:chgData name="Krupa Dalal" userId="d4791ec40d55e7ee" providerId="LiveId" clId="{E1ED0E34-1AFB-42A3-A161-79F7C18B936E}" dt="2026-03-28T06:10:43.697" v="106" actId="1076"/>
          <ac:spMkLst>
            <pc:docMk/>
            <pc:sldMk cId="0" sldId="256"/>
            <ac:spMk id="8" creationId="{B1D83608-C120-9E47-2647-F641AA1364BE}"/>
          </ac:spMkLst>
        </pc:spChg>
        <pc:picChg chg="add mod">
          <ac:chgData name="Krupa Dalal" userId="d4791ec40d55e7ee" providerId="LiveId" clId="{E1ED0E34-1AFB-42A3-A161-79F7C18B936E}" dt="2026-03-28T12:00:40.897" v="1415" actId="14100"/>
          <ac:picMkLst>
            <pc:docMk/>
            <pc:sldMk cId="0" sldId="256"/>
            <ac:picMk id="1026" creationId="{BC03A5CF-2BA3-0852-03BE-F7667A893015}"/>
          </ac:picMkLst>
        </pc:picChg>
      </pc:sldChg>
      <pc:sldChg chg="addSp delSp modSp mod">
        <pc:chgData name="Krupa Dalal" userId="d4791ec40d55e7ee" providerId="LiveId" clId="{E1ED0E34-1AFB-42A3-A161-79F7C18B936E}" dt="2026-03-28T12:29:45.549" v="1527" actId="14100"/>
        <pc:sldMkLst>
          <pc:docMk/>
          <pc:sldMk cId="0" sldId="257"/>
        </pc:sldMkLst>
        <pc:spChg chg="mod">
          <ac:chgData name="Krupa Dalal" userId="d4791ec40d55e7ee" providerId="LiveId" clId="{E1ED0E34-1AFB-42A3-A161-79F7C18B936E}" dt="2026-03-28T06:10:49.730" v="107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0:53.641" v="108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1:28.146" v="135" actId="14100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Krupa Dalal" userId="d4791ec40d55e7ee" providerId="LiveId" clId="{E1ED0E34-1AFB-42A3-A161-79F7C18B936E}" dt="2026-03-28T12:29:41.090" v="1526" actId="14100"/>
          <ac:spMkLst>
            <pc:docMk/>
            <pc:sldMk cId="0" sldId="257"/>
            <ac:spMk id="9" creationId="{02B646FF-7E78-4B36-D81F-B93AAC79B64E}"/>
          </ac:spMkLst>
        </pc:spChg>
        <pc:spChg chg="add mod">
          <ac:chgData name="Krupa Dalal" userId="d4791ec40d55e7ee" providerId="LiveId" clId="{E1ED0E34-1AFB-42A3-A161-79F7C18B936E}" dt="2026-03-28T12:29:45.549" v="1527" actId="14100"/>
          <ac:spMkLst>
            <pc:docMk/>
            <pc:sldMk cId="0" sldId="257"/>
            <ac:spMk id="10" creationId="{C3A7A127-7412-4EA9-9021-FFE52621C854}"/>
          </ac:spMkLst>
        </pc:spChg>
        <pc:picChg chg="add mod">
          <ac:chgData name="Krupa Dalal" userId="d4791ec40d55e7ee" providerId="LiveId" clId="{E1ED0E34-1AFB-42A3-A161-79F7C18B936E}" dt="2026-03-28T12:28:42.910" v="1517" actId="14100"/>
          <ac:picMkLst>
            <pc:docMk/>
            <pc:sldMk cId="0" sldId="257"/>
            <ac:picMk id="14" creationId="{522254BD-6DB1-C7AD-11EB-998AD006E0CA}"/>
          </ac:picMkLst>
        </pc:picChg>
      </pc:sldChg>
      <pc:sldChg chg="addSp delSp modSp mod">
        <pc:chgData name="Krupa Dalal" userId="d4791ec40d55e7ee" providerId="LiveId" clId="{E1ED0E34-1AFB-42A3-A161-79F7C18B936E}" dt="2026-03-28T09:53:39.254" v="227" actId="1076"/>
        <pc:sldMkLst>
          <pc:docMk/>
          <pc:sldMk cId="0" sldId="258"/>
        </pc:sldMkLst>
        <pc:spChg chg="mod">
          <ac:chgData name="Krupa Dalal" userId="d4791ec40d55e7ee" providerId="LiveId" clId="{E1ED0E34-1AFB-42A3-A161-79F7C18B936E}" dt="2026-03-28T06:11:01.953" v="109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Krupa Dalal" userId="d4791ec40d55e7ee" providerId="LiveId" clId="{E1ED0E34-1AFB-42A3-A161-79F7C18B936E}" dt="2026-03-28T06:11:08.231" v="110" actId="1076"/>
          <ac:spMkLst>
            <pc:docMk/>
            <pc:sldMk cId="0" sldId="258"/>
            <ac:spMk id="3" creationId="{00000000-0000-0000-0000-000000000000}"/>
          </ac:spMkLst>
        </pc:spChg>
        <pc:spChg chg="add mod">
          <ac:chgData name="Krupa Dalal" userId="d4791ec40d55e7ee" providerId="LiveId" clId="{E1ED0E34-1AFB-42A3-A161-79F7C18B936E}" dt="2026-03-28T09:51:24.193" v="210" actId="20577"/>
          <ac:spMkLst>
            <pc:docMk/>
            <pc:sldMk cId="0" sldId="258"/>
            <ac:spMk id="7" creationId="{D942DE4F-74DC-8C77-BFE9-91353F991469}"/>
          </ac:spMkLst>
        </pc:spChg>
        <pc:picChg chg="add mod">
          <ac:chgData name="Krupa Dalal" userId="d4791ec40d55e7ee" providerId="LiveId" clId="{E1ED0E34-1AFB-42A3-A161-79F7C18B936E}" dt="2026-03-28T09:53:30.451" v="225" actId="1076"/>
          <ac:picMkLst>
            <pc:docMk/>
            <pc:sldMk cId="0" sldId="258"/>
            <ac:picMk id="9" creationId="{855BF3E3-DEE8-F65C-965A-F934FB9BFDC7}"/>
          </ac:picMkLst>
        </pc:picChg>
        <pc:picChg chg="add mod">
          <ac:chgData name="Krupa Dalal" userId="d4791ec40d55e7ee" providerId="LiveId" clId="{E1ED0E34-1AFB-42A3-A161-79F7C18B936E}" dt="2026-03-28T09:53:39.254" v="227" actId="1076"/>
          <ac:picMkLst>
            <pc:docMk/>
            <pc:sldMk cId="0" sldId="258"/>
            <ac:picMk id="11" creationId="{F7F09023-450E-39FC-FAAE-1203E7FF9E0C}"/>
          </ac:picMkLst>
        </pc:picChg>
        <pc:picChg chg="add mod">
          <ac:chgData name="Krupa Dalal" userId="d4791ec40d55e7ee" providerId="LiveId" clId="{E1ED0E34-1AFB-42A3-A161-79F7C18B936E}" dt="2026-03-28T09:53:32.840" v="226" actId="1076"/>
          <ac:picMkLst>
            <pc:docMk/>
            <pc:sldMk cId="0" sldId="258"/>
            <ac:picMk id="13" creationId="{AD5F1A4B-4FEE-477C-737A-A1025E1F3576}"/>
          </ac:picMkLst>
        </pc:picChg>
      </pc:sldChg>
      <pc:sldChg chg="modSp add mod">
        <pc:chgData name="Krupa Dalal" userId="d4791ec40d55e7ee" providerId="LiveId" clId="{E1ED0E34-1AFB-42A3-A161-79F7C18B936E}" dt="2026-04-02T16:04:58.970" v="2651" actId="1076"/>
        <pc:sldMkLst>
          <pc:docMk/>
          <pc:sldMk cId="3517545023" sldId="259"/>
        </pc:sldMkLst>
        <pc:spChg chg="mod">
          <ac:chgData name="Krupa Dalal" userId="d4791ec40d55e7ee" providerId="LiveId" clId="{E1ED0E34-1AFB-42A3-A161-79F7C18B936E}" dt="2026-04-01T07:37:55.463" v="1991" actId="1035"/>
          <ac:spMkLst>
            <pc:docMk/>
            <pc:sldMk cId="3517545023" sldId="259"/>
            <ac:spMk id="2" creationId="{C5F0A935-B34D-5316-76A2-C88C4F04F7AC}"/>
          </ac:spMkLst>
        </pc:spChg>
        <pc:spChg chg="mod">
          <ac:chgData name="Krupa Dalal" userId="d4791ec40d55e7ee" providerId="LiveId" clId="{E1ED0E34-1AFB-42A3-A161-79F7C18B936E}" dt="2026-04-01T07:37:51.501" v="1990" actId="1037"/>
          <ac:spMkLst>
            <pc:docMk/>
            <pc:sldMk cId="3517545023" sldId="259"/>
            <ac:spMk id="3" creationId="{719A633E-49A5-AF08-E7D0-DF355D9B8BD2}"/>
          </ac:spMkLst>
        </pc:spChg>
        <pc:spChg chg="mod">
          <ac:chgData name="Krupa Dalal" userId="d4791ec40d55e7ee" providerId="LiveId" clId="{E1ED0E34-1AFB-42A3-A161-79F7C18B936E}" dt="2026-04-02T16:04:58.970" v="2651" actId="1076"/>
          <ac:spMkLst>
            <pc:docMk/>
            <pc:sldMk cId="3517545023" sldId="259"/>
            <ac:spMk id="6" creationId="{1476A154-1360-7628-6D0F-A70DC7B591CE}"/>
          </ac:spMkLst>
        </pc:spChg>
      </pc:sldChg>
      <pc:sldChg chg="addSp delSp modSp add mod">
        <pc:chgData name="Krupa Dalal" userId="d4791ec40d55e7ee" providerId="LiveId" clId="{E1ED0E34-1AFB-42A3-A161-79F7C18B936E}" dt="2026-03-30T15:58:16.591" v="1987" actId="1076"/>
        <pc:sldMkLst>
          <pc:docMk/>
          <pc:sldMk cId="3100589224" sldId="260"/>
        </pc:sldMkLst>
        <pc:spChg chg="mod">
          <ac:chgData name="Krupa Dalal" userId="d4791ec40d55e7ee" providerId="LiveId" clId="{E1ED0E34-1AFB-42A3-A161-79F7C18B936E}" dt="2026-03-28T12:22:49.463" v="1505" actId="1076"/>
          <ac:spMkLst>
            <pc:docMk/>
            <pc:sldMk cId="3100589224" sldId="260"/>
            <ac:spMk id="2" creationId="{6D048D96-75A4-B385-64EE-13FA67F4A329}"/>
          </ac:spMkLst>
        </pc:spChg>
        <pc:spChg chg="mod">
          <ac:chgData name="Krupa Dalal" userId="d4791ec40d55e7ee" providerId="LiveId" clId="{E1ED0E34-1AFB-42A3-A161-79F7C18B936E}" dt="2026-03-30T15:58:16.591" v="1987" actId="1076"/>
          <ac:spMkLst>
            <pc:docMk/>
            <pc:sldMk cId="3100589224" sldId="260"/>
            <ac:spMk id="3" creationId="{5553F460-9789-6FC3-F3C7-2E37B461AB46}"/>
          </ac:spMkLst>
        </pc:spChg>
        <pc:spChg chg="add mod">
          <ac:chgData name="Krupa Dalal" userId="d4791ec40d55e7ee" providerId="LiveId" clId="{E1ED0E34-1AFB-42A3-A161-79F7C18B936E}" dt="2026-03-28T12:06:50.352" v="1504" actId="404"/>
          <ac:spMkLst>
            <pc:docMk/>
            <pc:sldMk cId="3100589224" sldId="260"/>
            <ac:spMk id="6" creationId="{598162E4-726F-FAC7-00C6-FEF083F3F236}"/>
          </ac:spMkLst>
        </pc:spChg>
        <pc:spChg chg="add mod">
          <ac:chgData name="Krupa Dalal" userId="d4791ec40d55e7ee" providerId="LiveId" clId="{E1ED0E34-1AFB-42A3-A161-79F7C18B936E}" dt="2026-03-30T15:58:08.384" v="1986" actId="1076"/>
          <ac:spMkLst>
            <pc:docMk/>
            <pc:sldMk cId="3100589224" sldId="260"/>
            <ac:spMk id="7" creationId="{8A1C5E93-8503-F21A-91E9-65E065F0B84F}"/>
          </ac:spMkLst>
        </pc:spChg>
      </pc:sldChg>
      <pc:sldChg chg="addSp delSp modSp add mod">
        <pc:chgData name="Krupa Dalal" userId="d4791ec40d55e7ee" providerId="LiveId" clId="{E1ED0E34-1AFB-42A3-A161-79F7C18B936E}" dt="2026-03-28T12:03:01.541" v="1420" actId="1076"/>
        <pc:sldMkLst>
          <pc:docMk/>
          <pc:sldMk cId="562249746" sldId="261"/>
        </pc:sldMkLst>
        <pc:spChg chg="mod">
          <ac:chgData name="Krupa Dalal" userId="d4791ec40d55e7ee" providerId="LiveId" clId="{E1ED0E34-1AFB-42A3-A161-79F7C18B936E}" dt="2026-03-28T09:54:04.075" v="243" actId="20577"/>
          <ac:spMkLst>
            <pc:docMk/>
            <pc:sldMk cId="562249746" sldId="261"/>
            <ac:spMk id="7" creationId="{877694AE-3F50-965D-CE68-F5F4A37FBBC4}"/>
          </ac:spMkLst>
        </pc:spChg>
        <pc:spChg chg="add mod">
          <ac:chgData name="Krupa Dalal" userId="d4791ec40d55e7ee" providerId="LiveId" clId="{E1ED0E34-1AFB-42A3-A161-79F7C18B936E}" dt="2026-03-28T10:05:41.033" v="322" actId="207"/>
          <ac:spMkLst>
            <pc:docMk/>
            <pc:sldMk cId="562249746" sldId="261"/>
            <ac:spMk id="11" creationId="{8111E1DD-0207-67BF-2C1A-0798BD10C5AA}"/>
          </ac:spMkLst>
        </pc:spChg>
        <pc:picChg chg="add mod">
          <ac:chgData name="Krupa Dalal" userId="d4791ec40d55e7ee" providerId="LiveId" clId="{E1ED0E34-1AFB-42A3-A161-79F7C18B936E}" dt="2026-03-28T10:00:38.752" v="257" actId="14100"/>
          <ac:picMkLst>
            <pc:docMk/>
            <pc:sldMk cId="562249746" sldId="261"/>
            <ac:picMk id="10" creationId="{BF2F944D-B4BA-1D0C-88BE-CD2444EEE317}"/>
          </ac:picMkLst>
        </pc:picChg>
        <pc:picChg chg="add mod">
          <ac:chgData name="Krupa Dalal" userId="d4791ec40d55e7ee" providerId="LiveId" clId="{E1ED0E34-1AFB-42A3-A161-79F7C18B936E}" dt="2026-03-28T12:03:01.541" v="1420" actId="1076"/>
          <ac:picMkLst>
            <pc:docMk/>
            <pc:sldMk cId="562249746" sldId="261"/>
            <ac:picMk id="13" creationId="{B9F55331-EF70-EFDE-A2ED-99A4BDC37DEB}"/>
          </ac:picMkLst>
        </pc:picChg>
      </pc:sldChg>
      <pc:sldChg chg="addSp modSp add mod">
        <pc:chgData name="Krupa Dalal" userId="d4791ec40d55e7ee" providerId="LiveId" clId="{E1ED0E34-1AFB-42A3-A161-79F7C18B936E}" dt="2026-03-28T10:06:10.933" v="350" actId="14100"/>
        <pc:sldMkLst>
          <pc:docMk/>
          <pc:sldMk cId="3519501174" sldId="262"/>
        </pc:sldMkLst>
        <pc:spChg chg="mod">
          <ac:chgData name="Krupa Dalal" userId="d4791ec40d55e7ee" providerId="LiveId" clId="{E1ED0E34-1AFB-42A3-A161-79F7C18B936E}" dt="2026-03-28T10:00:55.216" v="272" actId="20577"/>
          <ac:spMkLst>
            <pc:docMk/>
            <pc:sldMk cId="3519501174" sldId="262"/>
            <ac:spMk id="7" creationId="{93F6060D-2F13-9979-5C24-A17D9E5B31E4}"/>
          </ac:spMkLst>
        </pc:spChg>
        <pc:spChg chg="add mod">
          <ac:chgData name="Krupa Dalal" userId="d4791ec40d55e7ee" providerId="LiveId" clId="{E1ED0E34-1AFB-42A3-A161-79F7C18B936E}" dt="2026-03-28T10:06:10.933" v="350" actId="14100"/>
          <ac:spMkLst>
            <pc:docMk/>
            <pc:sldMk cId="3519501174" sldId="262"/>
            <ac:spMk id="11" creationId="{F6476DBF-E062-14E8-5B00-5FCEDDB4A1AB}"/>
          </ac:spMkLst>
        </pc:spChg>
        <pc:picChg chg="add mod">
          <ac:chgData name="Krupa Dalal" userId="d4791ec40d55e7ee" providerId="LiveId" clId="{E1ED0E34-1AFB-42A3-A161-79F7C18B936E}" dt="2026-03-28T10:02:34.540" v="280" actId="14100"/>
          <ac:picMkLst>
            <pc:docMk/>
            <pc:sldMk cId="3519501174" sldId="262"/>
            <ac:picMk id="8" creationId="{97F70DAF-B63C-1C07-B1F5-DF0F0774572E}"/>
          </ac:picMkLst>
        </pc:picChg>
        <pc:picChg chg="add mod">
          <ac:chgData name="Krupa Dalal" userId="d4791ec40d55e7ee" providerId="LiveId" clId="{E1ED0E34-1AFB-42A3-A161-79F7C18B936E}" dt="2026-03-28T10:02:27.028" v="278" actId="1076"/>
          <ac:picMkLst>
            <pc:docMk/>
            <pc:sldMk cId="3519501174" sldId="262"/>
            <ac:picMk id="10" creationId="{36EE01B8-1B50-1B9F-BCD7-E1928761438F}"/>
          </ac:picMkLst>
        </pc:picChg>
      </pc:sldChg>
      <pc:sldChg chg="addSp modSp add mod">
        <pc:chgData name="Krupa Dalal" userId="d4791ec40d55e7ee" providerId="LiveId" clId="{E1ED0E34-1AFB-42A3-A161-79F7C18B936E}" dt="2026-03-28T10:06:34.047" v="374" actId="20577"/>
        <pc:sldMkLst>
          <pc:docMk/>
          <pc:sldMk cId="1718317494" sldId="263"/>
        </pc:sldMkLst>
        <pc:spChg chg="mod">
          <ac:chgData name="Krupa Dalal" userId="d4791ec40d55e7ee" providerId="LiveId" clId="{E1ED0E34-1AFB-42A3-A161-79F7C18B936E}" dt="2026-03-28T10:03:37.783" v="299" actId="1076"/>
          <ac:spMkLst>
            <pc:docMk/>
            <pc:sldMk cId="1718317494" sldId="263"/>
            <ac:spMk id="7" creationId="{31012E41-3F2A-5615-1B72-A544DB884F4A}"/>
          </ac:spMkLst>
        </pc:spChg>
        <pc:spChg chg="add mod">
          <ac:chgData name="Krupa Dalal" userId="d4791ec40d55e7ee" providerId="LiveId" clId="{E1ED0E34-1AFB-42A3-A161-79F7C18B936E}" dt="2026-03-28T10:06:34.047" v="374" actId="20577"/>
          <ac:spMkLst>
            <pc:docMk/>
            <pc:sldMk cId="1718317494" sldId="263"/>
            <ac:spMk id="11" creationId="{101B4CA0-A8AD-2AFC-CB3A-FACCC00CF3C8}"/>
          </ac:spMkLst>
        </pc:spChg>
        <pc:picChg chg="add mod">
          <ac:chgData name="Krupa Dalal" userId="d4791ec40d55e7ee" providerId="LiveId" clId="{E1ED0E34-1AFB-42A3-A161-79F7C18B936E}" dt="2026-03-28T10:03:42.590" v="300" actId="1076"/>
          <ac:picMkLst>
            <pc:docMk/>
            <pc:sldMk cId="1718317494" sldId="263"/>
            <ac:picMk id="8" creationId="{255A650E-F2BC-7AA3-AE4E-6DA8E52CA8A1}"/>
          </ac:picMkLst>
        </pc:picChg>
        <pc:picChg chg="add mod">
          <ac:chgData name="Krupa Dalal" userId="d4791ec40d55e7ee" providerId="LiveId" clId="{E1ED0E34-1AFB-42A3-A161-79F7C18B936E}" dt="2026-03-28T10:04:42.445" v="303" actId="14100"/>
          <ac:picMkLst>
            <pc:docMk/>
            <pc:sldMk cId="1718317494" sldId="263"/>
            <ac:picMk id="10" creationId="{41586A49-7B16-A3E1-A4F5-9B482BC42594}"/>
          </ac:picMkLst>
        </pc:picChg>
      </pc:sldChg>
      <pc:sldChg chg="addSp modSp add mod">
        <pc:chgData name="Krupa Dalal" userId="d4791ec40d55e7ee" providerId="LiveId" clId="{E1ED0E34-1AFB-42A3-A161-79F7C18B936E}" dt="2026-03-28T12:04:34.532" v="1466" actId="20577"/>
        <pc:sldMkLst>
          <pc:docMk/>
          <pc:sldMk cId="3403209857" sldId="264"/>
        </pc:sldMkLst>
        <pc:spChg chg="add mod">
          <ac:chgData name="Krupa Dalal" userId="d4791ec40d55e7ee" providerId="LiveId" clId="{E1ED0E34-1AFB-42A3-A161-79F7C18B936E}" dt="2026-03-28T12:04:34.532" v="1466" actId="20577"/>
          <ac:spMkLst>
            <pc:docMk/>
            <pc:sldMk cId="3403209857" sldId="264"/>
            <ac:spMk id="6" creationId="{A8EBDFFE-4538-F71D-819F-2E71E8821EB1}"/>
          </ac:spMkLst>
        </pc:spChg>
        <pc:spChg chg="mod">
          <ac:chgData name="Krupa Dalal" userId="d4791ec40d55e7ee" providerId="LiveId" clId="{E1ED0E34-1AFB-42A3-A161-79F7C18B936E}" dt="2026-03-28T10:08:26.879" v="405" actId="1076"/>
          <ac:spMkLst>
            <pc:docMk/>
            <pc:sldMk cId="3403209857" sldId="264"/>
            <ac:spMk id="7" creationId="{F3645496-541E-33F6-9978-F8F78AC3A05B}"/>
          </ac:spMkLst>
        </pc:spChg>
      </pc:sldChg>
      <pc:sldChg chg="addSp modSp add mod ord">
        <pc:chgData name="Krupa Dalal" userId="d4791ec40d55e7ee" providerId="LiveId" clId="{E1ED0E34-1AFB-42A3-A161-79F7C18B936E}" dt="2026-04-02T15:50:49.067" v="2049" actId="207"/>
        <pc:sldMkLst>
          <pc:docMk/>
          <pc:sldMk cId="2052776629" sldId="265"/>
        </pc:sldMkLst>
        <pc:spChg chg="add mod">
          <ac:chgData name="Krupa Dalal" userId="d4791ec40d55e7ee" providerId="LiveId" clId="{E1ED0E34-1AFB-42A3-A161-79F7C18B936E}" dt="2026-04-02T15:50:49.067" v="2049" actId="207"/>
          <ac:spMkLst>
            <pc:docMk/>
            <pc:sldMk cId="2052776629" sldId="265"/>
            <ac:spMk id="6" creationId="{249A5A48-1AC8-7047-639F-7DF6F2C61D57}"/>
          </ac:spMkLst>
        </pc:spChg>
        <pc:spChg chg="mod">
          <ac:chgData name="Krupa Dalal" userId="d4791ec40d55e7ee" providerId="LiveId" clId="{E1ED0E34-1AFB-42A3-A161-79F7C18B936E}" dt="2026-04-02T15:48:52.146" v="1993" actId="404"/>
          <ac:spMkLst>
            <pc:docMk/>
            <pc:sldMk cId="2052776629" sldId="265"/>
            <ac:spMk id="7" creationId="{423A724A-3F37-7484-8810-B05857986602}"/>
          </ac:spMkLst>
        </pc:spChg>
        <pc:picChg chg="add mod">
          <ac:chgData name="Krupa Dalal" userId="d4791ec40d55e7ee" providerId="LiveId" clId="{E1ED0E34-1AFB-42A3-A161-79F7C18B936E}" dt="2026-04-02T15:49:04.053" v="1995" actId="1076"/>
          <ac:picMkLst>
            <pc:docMk/>
            <pc:sldMk cId="2052776629" sldId="265"/>
            <ac:picMk id="8" creationId="{761BAF35-CBB8-03AF-F65A-2DBEE00B83F4}"/>
          </ac:picMkLst>
        </pc:picChg>
        <pc:picChg chg="add mod">
          <ac:chgData name="Krupa Dalal" userId="d4791ec40d55e7ee" providerId="LiveId" clId="{E1ED0E34-1AFB-42A3-A161-79F7C18B936E}" dt="2026-04-02T15:49:01.850" v="1994" actId="1076"/>
          <ac:picMkLst>
            <pc:docMk/>
            <pc:sldMk cId="2052776629" sldId="265"/>
            <ac:picMk id="10" creationId="{697723BA-57F0-17CF-C9C0-BE3564710794}"/>
          </ac:picMkLst>
        </pc:picChg>
      </pc:sldChg>
      <pc:sldChg chg="addSp modSp add mod">
        <pc:chgData name="Krupa Dalal" userId="d4791ec40d55e7ee" providerId="LiveId" clId="{E1ED0E34-1AFB-42A3-A161-79F7C18B936E}" dt="2026-03-28T11:40:52.557" v="1126" actId="313"/>
        <pc:sldMkLst>
          <pc:docMk/>
          <pc:sldMk cId="1858662424" sldId="266"/>
        </pc:sldMkLst>
        <pc:spChg chg="add mod">
          <ac:chgData name="Krupa Dalal" userId="d4791ec40d55e7ee" providerId="LiveId" clId="{E1ED0E34-1AFB-42A3-A161-79F7C18B936E}" dt="2026-03-28T11:40:52.557" v="1126" actId="313"/>
          <ac:spMkLst>
            <pc:docMk/>
            <pc:sldMk cId="1858662424" sldId="266"/>
            <ac:spMk id="6" creationId="{29B1E85F-8B83-D637-473B-7967FE2097E7}"/>
          </ac:spMkLst>
        </pc:spChg>
        <pc:spChg chg="mod">
          <ac:chgData name="Krupa Dalal" userId="d4791ec40d55e7ee" providerId="LiveId" clId="{E1ED0E34-1AFB-42A3-A161-79F7C18B936E}" dt="2026-03-28T10:08:40.158" v="421" actId="20577"/>
          <ac:spMkLst>
            <pc:docMk/>
            <pc:sldMk cId="1858662424" sldId="266"/>
            <ac:spMk id="7" creationId="{BA649FEC-57DB-0EAF-6FE6-8744BD48A79D}"/>
          </ac:spMkLst>
        </pc:spChg>
      </pc:sldChg>
      <pc:sldChg chg="addSp modSp add mod">
        <pc:chgData name="Krupa Dalal" userId="d4791ec40d55e7ee" providerId="LiveId" clId="{E1ED0E34-1AFB-42A3-A161-79F7C18B936E}" dt="2026-03-28T11:59:36.333" v="1411" actId="20577"/>
        <pc:sldMkLst>
          <pc:docMk/>
          <pc:sldMk cId="3915144476" sldId="267"/>
        </pc:sldMkLst>
        <pc:spChg chg="add mod">
          <ac:chgData name="Krupa Dalal" userId="d4791ec40d55e7ee" providerId="LiveId" clId="{E1ED0E34-1AFB-42A3-A161-79F7C18B936E}" dt="2026-03-28T11:59:36.333" v="1411" actId="20577"/>
          <ac:spMkLst>
            <pc:docMk/>
            <pc:sldMk cId="3915144476" sldId="267"/>
            <ac:spMk id="6" creationId="{15BC79B9-B1BC-736F-6E0D-976765AD38CC}"/>
          </ac:spMkLst>
        </pc:spChg>
        <pc:spChg chg="mod">
          <ac:chgData name="Krupa Dalal" userId="d4791ec40d55e7ee" providerId="LiveId" clId="{E1ED0E34-1AFB-42A3-A161-79F7C18B936E}" dt="2026-03-28T10:08:51.786" v="436" actId="20577"/>
          <ac:spMkLst>
            <pc:docMk/>
            <pc:sldMk cId="3915144476" sldId="267"/>
            <ac:spMk id="7" creationId="{DC65176E-54FA-3755-A3F9-D66D81863C9F}"/>
          </ac:spMkLst>
        </pc:spChg>
      </pc:sldChg>
      <pc:sldChg chg="addSp delSp modSp add mod">
        <pc:chgData name="Krupa Dalal" userId="d4791ec40d55e7ee" providerId="LiveId" clId="{E1ED0E34-1AFB-42A3-A161-79F7C18B936E}" dt="2026-04-02T15:52:09.636" v="2083" actId="14100"/>
        <pc:sldMkLst>
          <pc:docMk/>
          <pc:sldMk cId="448846968" sldId="268"/>
        </pc:sldMkLst>
        <pc:spChg chg="add mod">
          <ac:chgData name="Krupa Dalal" userId="d4791ec40d55e7ee" providerId="LiveId" clId="{E1ED0E34-1AFB-42A3-A161-79F7C18B936E}" dt="2026-04-02T15:52:09.636" v="2083" actId="14100"/>
          <ac:spMkLst>
            <pc:docMk/>
            <pc:sldMk cId="448846968" sldId="268"/>
            <ac:spMk id="6" creationId="{646782A9-88AF-5A2E-8208-B7C683F2ECC6}"/>
          </ac:spMkLst>
        </pc:spChg>
        <pc:spChg chg="mod">
          <ac:chgData name="Krupa Dalal" userId="d4791ec40d55e7ee" providerId="LiveId" clId="{E1ED0E34-1AFB-42A3-A161-79F7C18B936E}" dt="2026-03-28T10:48:33.876" v="692" actId="1076"/>
          <ac:spMkLst>
            <pc:docMk/>
            <pc:sldMk cId="448846968" sldId="268"/>
            <ac:spMk id="7" creationId="{37B18DDC-2406-9278-D49E-0C633507FEF6}"/>
          </ac:spMkLst>
        </pc:spChg>
        <pc:picChg chg="add mod">
          <ac:chgData name="Krupa Dalal" userId="d4791ec40d55e7ee" providerId="LiveId" clId="{E1ED0E34-1AFB-42A3-A161-79F7C18B936E}" dt="2026-03-28T10:48:29.076" v="691" actId="14100"/>
          <ac:picMkLst>
            <pc:docMk/>
            <pc:sldMk cId="448846968" sldId="268"/>
            <ac:picMk id="9" creationId="{C0C75D02-51C4-FA54-82FD-B260AC7130AE}"/>
          </ac:picMkLst>
        </pc:picChg>
        <pc:picChg chg="add mod">
          <ac:chgData name="Krupa Dalal" userId="d4791ec40d55e7ee" providerId="LiveId" clId="{E1ED0E34-1AFB-42A3-A161-79F7C18B936E}" dt="2026-03-28T10:48:20.502" v="689" actId="1076"/>
          <ac:picMkLst>
            <pc:docMk/>
            <pc:sldMk cId="448846968" sldId="268"/>
            <ac:picMk id="12" creationId="{75C38425-1093-9504-3960-E3336B58EF72}"/>
          </ac:picMkLst>
        </pc:picChg>
      </pc:sldChg>
      <pc:sldChg chg="addSp modSp add mod ord">
        <pc:chgData name="Krupa Dalal" userId="d4791ec40d55e7ee" providerId="LiveId" clId="{E1ED0E34-1AFB-42A3-A161-79F7C18B936E}" dt="2026-03-28T10:40:52.286" v="585" actId="14100"/>
        <pc:sldMkLst>
          <pc:docMk/>
          <pc:sldMk cId="1831876244" sldId="269"/>
        </pc:sldMkLst>
        <pc:spChg chg="mod">
          <ac:chgData name="Krupa Dalal" userId="d4791ec40d55e7ee" providerId="LiveId" clId="{E1ED0E34-1AFB-42A3-A161-79F7C18B936E}" dt="2026-03-28T10:19:37.486" v="575" actId="1076"/>
          <ac:spMkLst>
            <pc:docMk/>
            <pc:sldMk cId="1831876244" sldId="269"/>
            <ac:spMk id="7" creationId="{2BD2998F-C43D-F19F-A53F-50366158B387}"/>
          </ac:spMkLst>
        </pc:spChg>
        <pc:picChg chg="add mod">
          <ac:chgData name="Krupa Dalal" userId="d4791ec40d55e7ee" providerId="LiveId" clId="{E1ED0E34-1AFB-42A3-A161-79F7C18B936E}" dt="2026-03-28T10:40:44.929" v="583" actId="1076"/>
          <ac:picMkLst>
            <pc:docMk/>
            <pc:sldMk cId="1831876244" sldId="269"/>
            <ac:picMk id="8" creationId="{24380431-8D22-1F1E-F7BF-39A48515FEB7}"/>
          </ac:picMkLst>
        </pc:picChg>
        <pc:picChg chg="add mod">
          <ac:chgData name="Krupa Dalal" userId="d4791ec40d55e7ee" providerId="LiveId" clId="{E1ED0E34-1AFB-42A3-A161-79F7C18B936E}" dt="2026-03-28T10:40:52.286" v="585" actId="14100"/>
          <ac:picMkLst>
            <pc:docMk/>
            <pc:sldMk cId="1831876244" sldId="269"/>
            <ac:picMk id="10" creationId="{9AF500C7-BD08-13A7-5A07-E18CF421A19E}"/>
          </ac:picMkLst>
        </pc:picChg>
      </pc:sldChg>
      <pc:sldChg chg="addSp delSp modSp add mod">
        <pc:chgData name="Krupa Dalal" userId="d4791ec40d55e7ee" providerId="LiveId" clId="{E1ED0E34-1AFB-42A3-A161-79F7C18B936E}" dt="2026-04-02T15:53:19.448" v="2146" actId="14100"/>
        <pc:sldMkLst>
          <pc:docMk/>
          <pc:sldMk cId="4178986393" sldId="270"/>
        </pc:sldMkLst>
        <pc:spChg chg="add mod">
          <ac:chgData name="Krupa Dalal" userId="d4791ec40d55e7ee" providerId="LiveId" clId="{E1ED0E34-1AFB-42A3-A161-79F7C18B936E}" dt="2026-04-02T15:53:19.448" v="2146" actId="14100"/>
          <ac:spMkLst>
            <pc:docMk/>
            <pc:sldMk cId="4178986393" sldId="270"/>
            <ac:spMk id="6" creationId="{BC09E674-2793-07B0-DA97-CD3C49C4AF0B}"/>
          </ac:spMkLst>
        </pc:spChg>
        <pc:spChg chg="mod">
          <ac:chgData name="Krupa Dalal" userId="d4791ec40d55e7ee" providerId="LiveId" clId="{E1ED0E34-1AFB-42A3-A161-79F7C18B936E}" dt="2026-03-28T10:52:04.456" v="745" actId="1076"/>
          <ac:spMkLst>
            <pc:docMk/>
            <pc:sldMk cId="4178986393" sldId="270"/>
            <ac:spMk id="7" creationId="{3EEB36F8-305A-E2AD-E606-7238D150BDAC}"/>
          </ac:spMkLst>
        </pc:spChg>
        <pc:picChg chg="add mod">
          <ac:chgData name="Krupa Dalal" userId="d4791ec40d55e7ee" providerId="LiveId" clId="{E1ED0E34-1AFB-42A3-A161-79F7C18B936E}" dt="2026-03-28T10:55:58.577" v="751" actId="1076"/>
          <ac:picMkLst>
            <pc:docMk/>
            <pc:sldMk cId="4178986393" sldId="270"/>
            <ac:picMk id="8" creationId="{02E68497-E895-8BF3-ECA0-B7748EBAFD1F}"/>
          </ac:picMkLst>
        </pc:picChg>
        <pc:picChg chg="add mod">
          <ac:chgData name="Krupa Dalal" userId="d4791ec40d55e7ee" providerId="LiveId" clId="{E1ED0E34-1AFB-42A3-A161-79F7C18B936E}" dt="2026-03-28T10:56:10.133" v="754" actId="1076"/>
          <ac:picMkLst>
            <pc:docMk/>
            <pc:sldMk cId="4178986393" sldId="270"/>
            <ac:picMk id="11" creationId="{7BBEB0EC-93C5-A851-0ECF-B03CF408536D}"/>
          </ac:picMkLst>
        </pc:picChg>
      </pc:sldChg>
      <pc:sldChg chg="addSp delSp modSp add mod">
        <pc:chgData name="Krupa Dalal" userId="d4791ec40d55e7ee" providerId="LiveId" clId="{E1ED0E34-1AFB-42A3-A161-79F7C18B936E}" dt="2026-04-02T15:54:54.189" v="2195" actId="14100"/>
        <pc:sldMkLst>
          <pc:docMk/>
          <pc:sldMk cId="1364220508" sldId="271"/>
        </pc:sldMkLst>
        <pc:spChg chg="add mod">
          <ac:chgData name="Krupa Dalal" userId="d4791ec40d55e7ee" providerId="LiveId" clId="{E1ED0E34-1AFB-42A3-A161-79F7C18B936E}" dt="2026-03-28T10:59:43.730" v="784" actId="20577"/>
          <ac:spMkLst>
            <pc:docMk/>
            <pc:sldMk cId="1364220508" sldId="271"/>
            <ac:spMk id="6" creationId="{13E15050-C22B-3C3F-4951-6DAF8856AF33}"/>
          </ac:spMkLst>
        </pc:spChg>
        <pc:spChg chg="add mod">
          <ac:chgData name="Krupa Dalal" userId="d4791ec40d55e7ee" providerId="LiveId" clId="{E1ED0E34-1AFB-42A3-A161-79F7C18B936E}" dt="2026-04-02T15:54:54.189" v="2195" actId="14100"/>
          <ac:spMkLst>
            <pc:docMk/>
            <pc:sldMk cId="1364220508" sldId="271"/>
            <ac:spMk id="7" creationId="{9FF30C46-FE8A-ED42-4401-00DE84718BB8}"/>
          </ac:spMkLst>
        </pc:spChg>
        <pc:picChg chg="add mod">
          <ac:chgData name="Krupa Dalal" userId="d4791ec40d55e7ee" providerId="LiveId" clId="{E1ED0E34-1AFB-42A3-A161-79F7C18B936E}" dt="2026-03-28T11:02:26.900" v="788" actId="1076"/>
          <ac:picMkLst>
            <pc:docMk/>
            <pc:sldMk cId="1364220508" sldId="271"/>
            <ac:picMk id="9" creationId="{6B3CA8CF-002C-EF95-4BB5-472465AA6D1F}"/>
          </ac:picMkLst>
        </pc:picChg>
        <pc:picChg chg="add mod">
          <ac:chgData name="Krupa Dalal" userId="d4791ec40d55e7ee" providerId="LiveId" clId="{E1ED0E34-1AFB-42A3-A161-79F7C18B936E}" dt="2026-03-28T11:03:00.406" v="791" actId="14100"/>
          <ac:picMkLst>
            <pc:docMk/>
            <pc:sldMk cId="1364220508" sldId="271"/>
            <ac:picMk id="11" creationId="{824CB49F-5802-76B8-EC7B-6FAA9CB7E985}"/>
          </ac:picMkLst>
        </pc:picChg>
      </pc:sldChg>
      <pc:sldChg chg="addSp delSp modSp add mod">
        <pc:chgData name="Krupa Dalal" userId="d4791ec40d55e7ee" providerId="LiveId" clId="{E1ED0E34-1AFB-42A3-A161-79F7C18B936E}" dt="2026-04-02T15:56:03.701" v="2235" actId="14100"/>
        <pc:sldMkLst>
          <pc:docMk/>
          <pc:sldMk cId="771023578" sldId="272"/>
        </pc:sldMkLst>
        <pc:spChg chg="mod">
          <ac:chgData name="Krupa Dalal" userId="d4791ec40d55e7ee" providerId="LiveId" clId="{E1ED0E34-1AFB-42A3-A161-79F7C18B936E}" dt="2026-03-28T11:09:14.015" v="847" actId="20577"/>
          <ac:spMkLst>
            <pc:docMk/>
            <pc:sldMk cId="771023578" sldId="272"/>
            <ac:spMk id="6" creationId="{65E9AAF1-4BB5-DD0F-D684-0DD990128189}"/>
          </ac:spMkLst>
        </pc:spChg>
        <pc:spChg chg="add mod">
          <ac:chgData name="Krupa Dalal" userId="d4791ec40d55e7ee" providerId="LiveId" clId="{E1ED0E34-1AFB-42A3-A161-79F7C18B936E}" dt="2026-04-02T15:56:03.701" v="2235" actId="14100"/>
          <ac:spMkLst>
            <pc:docMk/>
            <pc:sldMk cId="771023578" sldId="272"/>
            <ac:spMk id="7" creationId="{51059048-154A-E8A7-7CCB-97024EC67C27}"/>
          </ac:spMkLst>
        </pc:spChg>
        <pc:picChg chg="add mod">
          <ac:chgData name="Krupa Dalal" userId="d4791ec40d55e7ee" providerId="LiveId" clId="{E1ED0E34-1AFB-42A3-A161-79F7C18B936E}" dt="2026-03-28T11:12:06.921" v="852" actId="14100"/>
          <ac:picMkLst>
            <pc:docMk/>
            <pc:sldMk cId="771023578" sldId="272"/>
            <ac:picMk id="8" creationId="{11B1FC4A-F640-4546-B260-756CA2A7172A}"/>
          </ac:picMkLst>
        </pc:picChg>
        <pc:picChg chg="add mod">
          <ac:chgData name="Krupa Dalal" userId="d4791ec40d55e7ee" providerId="LiveId" clId="{E1ED0E34-1AFB-42A3-A161-79F7C18B936E}" dt="2026-03-28T11:12:13.948" v="854" actId="14100"/>
          <ac:picMkLst>
            <pc:docMk/>
            <pc:sldMk cId="771023578" sldId="272"/>
            <ac:picMk id="12" creationId="{B8B602BF-1133-0B84-F95C-AEFDC3F6891B}"/>
          </ac:picMkLst>
        </pc:picChg>
      </pc:sldChg>
      <pc:sldChg chg="addSp modSp add mod">
        <pc:chgData name="Krupa Dalal" userId="d4791ec40d55e7ee" providerId="LiveId" clId="{E1ED0E34-1AFB-42A3-A161-79F7C18B936E}" dt="2026-04-02T15:58:05.028" v="2342" actId="1076"/>
        <pc:sldMkLst>
          <pc:docMk/>
          <pc:sldMk cId="3908953289" sldId="273"/>
        </pc:sldMkLst>
        <pc:spChg chg="ord">
          <ac:chgData name="Krupa Dalal" userId="d4791ec40d55e7ee" providerId="LiveId" clId="{E1ED0E34-1AFB-42A3-A161-79F7C18B936E}" dt="2026-04-02T15:56:53.372" v="2275" actId="166"/>
          <ac:spMkLst>
            <pc:docMk/>
            <pc:sldMk cId="3908953289" sldId="273"/>
            <ac:spMk id="3" creationId="{648E2E53-B89F-24CD-8FAC-C08E36D8FE5F}"/>
          </ac:spMkLst>
        </pc:spChg>
        <pc:spChg chg="mod">
          <ac:chgData name="Krupa Dalal" userId="d4791ec40d55e7ee" providerId="LiveId" clId="{E1ED0E34-1AFB-42A3-A161-79F7C18B936E}" dt="2026-04-02T15:56:38.957" v="2271" actId="20577"/>
          <ac:spMkLst>
            <pc:docMk/>
            <pc:sldMk cId="3908953289" sldId="273"/>
            <ac:spMk id="6" creationId="{33DA93E4-1568-E087-017E-A0CBDA8F53C7}"/>
          </ac:spMkLst>
        </pc:spChg>
        <pc:spChg chg="add mod">
          <ac:chgData name="Krupa Dalal" userId="d4791ec40d55e7ee" providerId="LiveId" clId="{E1ED0E34-1AFB-42A3-A161-79F7C18B936E}" dt="2026-04-02T15:58:05.028" v="2342" actId="1076"/>
          <ac:spMkLst>
            <pc:docMk/>
            <pc:sldMk cId="3908953289" sldId="273"/>
            <ac:spMk id="7" creationId="{100D1015-D2D8-2F1D-4D6D-F456EA53B272}"/>
          </ac:spMkLst>
        </pc:spChg>
        <pc:picChg chg="add mod">
          <ac:chgData name="Krupa Dalal" userId="d4791ec40d55e7ee" providerId="LiveId" clId="{E1ED0E34-1AFB-42A3-A161-79F7C18B936E}" dt="2026-04-02T15:56:48.026" v="2274" actId="1076"/>
          <ac:picMkLst>
            <pc:docMk/>
            <pc:sldMk cId="3908953289" sldId="273"/>
            <ac:picMk id="8" creationId="{2C0C1E34-550E-C205-22CF-1B2405E41612}"/>
          </ac:picMkLst>
        </pc:picChg>
        <pc:picChg chg="add mod">
          <ac:chgData name="Krupa Dalal" userId="d4791ec40d55e7ee" providerId="LiveId" clId="{E1ED0E34-1AFB-42A3-A161-79F7C18B936E}" dt="2026-04-02T15:56:44.387" v="2273" actId="1076"/>
          <ac:picMkLst>
            <pc:docMk/>
            <pc:sldMk cId="3908953289" sldId="273"/>
            <ac:picMk id="10" creationId="{9CEF3118-95F6-D5F1-7514-D271E165D9AF}"/>
          </ac:picMkLst>
        </pc:picChg>
      </pc:sldChg>
      <pc:sldChg chg="addSp modSp add mod">
        <pc:chgData name="Krupa Dalal" userId="d4791ec40d55e7ee" providerId="LiveId" clId="{E1ED0E34-1AFB-42A3-A161-79F7C18B936E}" dt="2026-04-02T15:58:58.381" v="2390" actId="1076"/>
        <pc:sldMkLst>
          <pc:docMk/>
          <pc:sldMk cId="1623952363" sldId="274"/>
        </pc:sldMkLst>
        <pc:spChg chg="mod">
          <ac:chgData name="Krupa Dalal" userId="d4791ec40d55e7ee" providerId="LiveId" clId="{E1ED0E34-1AFB-42A3-A161-79F7C18B936E}" dt="2026-03-28T11:24:46.510" v="951" actId="1076"/>
          <ac:spMkLst>
            <pc:docMk/>
            <pc:sldMk cId="1623952363" sldId="274"/>
            <ac:spMk id="6" creationId="{4A9C67D7-C9B7-E9AB-8735-A224F580B56C}"/>
          </ac:spMkLst>
        </pc:spChg>
        <pc:spChg chg="add mod">
          <ac:chgData name="Krupa Dalal" userId="d4791ec40d55e7ee" providerId="LiveId" clId="{E1ED0E34-1AFB-42A3-A161-79F7C18B936E}" dt="2026-04-02T15:58:58.381" v="2390" actId="1076"/>
          <ac:spMkLst>
            <pc:docMk/>
            <pc:sldMk cId="1623952363" sldId="274"/>
            <ac:spMk id="7" creationId="{09F58F9C-003F-96C4-C5EA-B6C75E35B9E0}"/>
          </ac:spMkLst>
        </pc:spChg>
        <pc:picChg chg="add mod">
          <ac:chgData name="Krupa Dalal" userId="d4791ec40d55e7ee" providerId="LiveId" clId="{E1ED0E34-1AFB-42A3-A161-79F7C18B936E}" dt="2026-03-28T11:27:24.699" v="954" actId="14100"/>
          <ac:picMkLst>
            <pc:docMk/>
            <pc:sldMk cId="1623952363" sldId="274"/>
            <ac:picMk id="8" creationId="{B45C8488-7E9E-3103-B5D6-9E0695F6393D}"/>
          </ac:picMkLst>
        </pc:picChg>
        <pc:picChg chg="add mod">
          <ac:chgData name="Krupa Dalal" userId="d4791ec40d55e7ee" providerId="LiveId" clId="{E1ED0E34-1AFB-42A3-A161-79F7C18B936E}" dt="2026-03-28T11:27:47.486" v="957" actId="14100"/>
          <ac:picMkLst>
            <pc:docMk/>
            <pc:sldMk cId="1623952363" sldId="274"/>
            <ac:picMk id="10" creationId="{9DB35251-0798-9517-250E-2A6593A711DD}"/>
          </ac:picMkLst>
        </pc:picChg>
      </pc:sldChg>
      <pc:sldChg chg="addSp modSp add mod">
        <pc:chgData name="Krupa Dalal" userId="d4791ec40d55e7ee" providerId="LiveId" clId="{E1ED0E34-1AFB-42A3-A161-79F7C18B936E}" dt="2026-03-28T11:38:46.624" v="1010" actId="14100"/>
        <pc:sldMkLst>
          <pc:docMk/>
          <pc:sldMk cId="3388310826" sldId="275"/>
        </pc:sldMkLst>
        <pc:spChg chg="mod">
          <ac:chgData name="Krupa Dalal" userId="d4791ec40d55e7ee" providerId="LiveId" clId="{E1ED0E34-1AFB-42A3-A161-79F7C18B936E}" dt="2026-03-28T11:34:35.227" v="1002" actId="20577"/>
          <ac:spMkLst>
            <pc:docMk/>
            <pc:sldMk cId="3388310826" sldId="275"/>
            <ac:spMk id="6" creationId="{4DF795F7-FB30-8033-D210-318BDCE9D23F}"/>
          </ac:spMkLst>
        </pc:spChg>
        <pc:picChg chg="add mod">
          <ac:chgData name="Krupa Dalal" userId="d4791ec40d55e7ee" providerId="LiveId" clId="{E1ED0E34-1AFB-42A3-A161-79F7C18B936E}" dt="2026-03-28T11:38:46.624" v="1010" actId="14100"/>
          <ac:picMkLst>
            <pc:docMk/>
            <pc:sldMk cId="3388310826" sldId="275"/>
            <ac:picMk id="8" creationId="{45DD192E-9EFC-5C53-E9D2-54A1386A740F}"/>
          </ac:picMkLst>
        </pc:picChg>
        <pc:picChg chg="add mod">
          <ac:chgData name="Krupa Dalal" userId="d4791ec40d55e7ee" providerId="LiveId" clId="{E1ED0E34-1AFB-42A3-A161-79F7C18B936E}" dt="2026-03-28T11:38:35.202" v="1007" actId="14100"/>
          <ac:picMkLst>
            <pc:docMk/>
            <pc:sldMk cId="3388310826" sldId="275"/>
            <ac:picMk id="10" creationId="{9B6D44F4-EC40-D205-B4D8-E1D47F6041EF}"/>
          </ac:picMkLst>
        </pc:picChg>
      </pc:sldChg>
      <pc:sldChg chg="addSp modSp add mod ord">
        <pc:chgData name="Krupa Dalal" userId="d4791ec40d55e7ee" providerId="LiveId" clId="{E1ED0E34-1AFB-42A3-A161-79F7C18B936E}" dt="2026-04-02T16:01:29.706" v="2505" actId="14100"/>
        <pc:sldMkLst>
          <pc:docMk/>
          <pc:sldMk cId="1799572547" sldId="276"/>
        </pc:sldMkLst>
        <pc:spChg chg="mod">
          <ac:chgData name="Krupa Dalal" userId="d4791ec40d55e7ee" providerId="LiveId" clId="{E1ED0E34-1AFB-42A3-A161-79F7C18B936E}" dt="2026-03-28T11:48:17.942" v="1210" actId="20577"/>
          <ac:spMkLst>
            <pc:docMk/>
            <pc:sldMk cId="1799572547" sldId="276"/>
            <ac:spMk id="6" creationId="{41A3E4D4-4046-DCFB-E9CB-9CB80B053B0A}"/>
          </ac:spMkLst>
        </pc:spChg>
        <pc:spChg chg="add mod">
          <ac:chgData name="Krupa Dalal" userId="d4791ec40d55e7ee" providerId="LiveId" clId="{E1ED0E34-1AFB-42A3-A161-79F7C18B936E}" dt="2026-04-02T16:01:29.706" v="2505" actId="14100"/>
          <ac:spMkLst>
            <pc:docMk/>
            <pc:sldMk cId="1799572547" sldId="276"/>
            <ac:spMk id="7" creationId="{57779279-C66D-40D4-79FF-30D08A677267}"/>
          </ac:spMkLst>
        </pc:spChg>
        <pc:picChg chg="add mod">
          <ac:chgData name="Krupa Dalal" userId="d4791ec40d55e7ee" providerId="LiveId" clId="{E1ED0E34-1AFB-42A3-A161-79F7C18B936E}" dt="2026-03-28T11:48:30.109" v="1214" actId="14100"/>
          <ac:picMkLst>
            <pc:docMk/>
            <pc:sldMk cId="1799572547" sldId="276"/>
            <ac:picMk id="8" creationId="{BF19D758-3DA9-9185-2F56-2DDE83599705}"/>
          </ac:picMkLst>
        </pc:picChg>
        <pc:picChg chg="add mod">
          <ac:chgData name="Krupa Dalal" userId="d4791ec40d55e7ee" providerId="LiveId" clId="{E1ED0E34-1AFB-42A3-A161-79F7C18B936E}" dt="2026-03-28T11:48:20.754" v="1211" actId="1076"/>
          <ac:picMkLst>
            <pc:docMk/>
            <pc:sldMk cId="1799572547" sldId="276"/>
            <ac:picMk id="10" creationId="{AB8C312D-29E5-CCCC-BD20-D0E8958B7A99}"/>
          </ac:picMkLst>
        </pc:picChg>
      </pc:sldChg>
      <pc:sldChg chg="addSp delSp modSp add mod">
        <pc:chgData name="Krupa Dalal" userId="d4791ec40d55e7ee" providerId="LiveId" clId="{E1ED0E34-1AFB-42A3-A161-79F7C18B936E}" dt="2026-04-02T16:02:41.497" v="2583" actId="20577"/>
        <pc:sldMkLst>
          <pc:docMk/>
          <pc:sldMk cId="3743173019" sldId="277"/>
        </pc:sldMkLst>
        <pc:spChg chg="mod">
          <ac:chgData name="Krupa Dalal" userId="d4791ec40d55e7ee" providerId="LiveId" clId="{E1ED0E34-1AFB-42A3-A161-79F7C18B936E}" dt="2026-03-28T11:59:15.290" v="1383" actId="20577"/>
          <ac:spMkLst>
            <pc:docMk/>
            <pc:sldMk cId="3743173019" sldId="277"/>
            <ac:spMk id="6" creationId="{59651C35-66E0-F9EA-3190-3E031BAC2F9C}"/>
          </ac:spMkLst>
        </pc:spChg>
        <pc:spChg chg="add mod">
          <ac:chgData name="Krupa Dalal" userId="d4791ec40d55e7ee" providerId="LiveId" clId="{E1ED0E34-1AFB-42A3-A161-79F7C18B936E}" dt="2026-04-02T16:02:41.497" v="2583" actId="20577"/>
          <ac:spMkLst>
            <pc:docMk/>
            <pc:sldMk cId="3743173019" sldId="277"/>
            <ac:spMk id="7" creationId="{930F9E4A-B1AF-DE4B-39B7-96BF5BBC9272}"/>
          </ac:spMkLst>
        </pc:spChg>
        <pc:picChg chg="add mod">
          <ac:chgData name="Krupa Dalal" userId="d4791ec40d55e7ee" providerId="LiveId" clId="{E1ED0E34-1AFB-42A3-A161-79F7C18B936E}" dt="2026-03-28T11:53:45.019" v="1257" actId="14100"/>
          <ac:picMkLst>
            <pc:docMk/>
            <pc:sldMk cId="3743173019" sldId="277"/>
            <ac:picMk id="12" creationId="{CDF63E1B-B08C-1912-FBE2-E3AF77685921}"/>
          </ac:picMkLst>
        </pc:picChg>
        <pc:picChg chg="add mod">
          <ac:chgData name="Krupa Dalal" userId="d4791ec40d55e7ee" providerId="LiveId" clId="{E1ED0E34-1AFB-42A3-A161-79F7C18B936E}" dt="2026-03-28T11:53:38.827" v="1255" actId="14100"/>
          <ac:picMkLst>
            <pc:docMk/>
            <pc:sldMk cId="3743173019" sldId="277"/>
            <ac:picMk id="14" creationId="{C7C7AC14-716A-A280-F07F-9FBA111AC177}"/>
          </ac:picMkLst>
        </pc:picChg>
      </pc:sldChg>
      <pc:sldChg chg="addSp modSp add mod ord">
        <pc:chgData name="Krupa Dalal" userId="d4791ec40d55e7ee" providerId="LiveId" clId="{E1ED0E34-1AFB-42A3-A161-79F7C18B936E}" dt="2026-04-02T16:00:19.412" v="2447" actId="14100"/>
        <pc:sldMkLst>
          <pc:docMk/>
          <pc:sldMk cId="3743301246" sldId="278"/>
        </pc:sldMkLst>
        <pc:spChg chg="mod">
          <ac:chgData name="Krupa Dalal" userId="d4791ec40d55e7ee" providerId="LiveId" clId="{E1ED0E34-1AFB-42A3-A161-79F7C18B936E}" dt="2026-03-28T11:44:34.021" v="1163" actId="1076"/>
          <ac:spMkLst>
            <pc:docMk/>
            <pc:sldMk cId="3743301246" sldId="278"/>
            <ac:spMk id="6" creationId="{F549A010-E3AB-45B7-0CD3-DFDB50C165CA}"/>
          </ac:spMkLst>
        </pc:spChg>
        <pc:spChg chg="add mod">
          <ac:chgData name="Krupa Dalal" userId="d4791ec40d55e7ee" providerId="LiveId" clId="{E1ED0E34-1AFB-42A3-A161-79F7C18B936E}" dt="2026-04-02T16:00:19.412" v="2447" actId="14100"/>
          <ac:spMkLst>
            <pc:docMk/>
            <pc:sldMk cId="3743301246" sldId="278"/>
            <ac:spMk id="7" creationId="{B270C394-3704-0B18-E9A2-3D9CFF44D2F7}"/>
          </ac:spMkLst>
        </pc:spChg>
        <pc:picChg chg="add mod">
          <ac:chgData name="Krupa Dalal" userId="d4791ec40d55e7ee" providerId="LiveId" clId="{E1ED0E34-1AFB-42A3-A161-79F7C18B936E}" dt="2026-03-28T11:44:30.816" v="1162" actId="1076"/>
          <ac:picMkLst>
            <pc:docMk/>
            <pc:sldMk cId="3743301246" sldId="278"/>
            <ac:picMk id="8" creationId="{06F43ADF-3725-7663-3A8A-328EFFA58535}"/>
          </ac:picMkLst>
        </pc:picChg>
        <pc:picChg chg="add mod">
          <ac:chgData name="Krupa Dalal" userId="d4791ec40d55e7ee" providerId="LiveId" clId="{E1ED0E34-1AFB-42A3-A161-79F7C18B936E}" dt="2026-03-28T11:44:28.690" v="1161" actId="1076"/>
          <ac:picMkLst>
            <pc:docMk/>
            <pc:sldMk cId="3743301246" sldId="278"/>
            <ac:picMk id="10" creationId="{51443BE8-6632-3B70-2DF8-73F017A34E8B}"/>
          </ac:picMkLst>
        </pc:picChg>
      </pc:sldChg>
      <pc:sldChg chg="addSp modSp add mod">
        <pc:chgData name="Krupa Dalal" userId="d4791ec40d55e7ee" providerId="LiveId" clId="{E1ED0E34-1AFB-42A3-A161-79F7C18B936E}" dt="2026-04-02T16:03:34.396" v="2624" actId="14100"/>
        <pc:sldMkLst>
          <pc:docMk/>
          <pc:sldMk cId="2789876119" sldId="279"/>
        </pc:sldMkLst>
        <pc:spChg chg="mod">
          <ac:chgData name="Krupa Dalal" userId="d4791ec40d55e7ee" providerId="LiveId" clId="{E1ED0E34-1AFB-42A3-A161-79F7C18B936E}" dt="2026-03-28T11:57:29.148" v="1285" actId="1076"/>
          <ac:spMkLst>
            <pc:docMk/>
            <pc:sldMk cId="2789876119" sldId="279"/>
            <ac:spMk id="6" creationId="{7D167802-21CE-A0BB-9658-6EF24699A199}"/>
          </ac:spMkLst>
        </pc:spChg>
        <pc:spChg chg="add mod">
          <ac:chgData name="Krupa Dalal" userId="d4791ec40d55e7ee" providerId="LiveId" clId="{E1ED0E34-1AFB-42A3-A161-79F7C18B936E}" dt="2026-04-02T16:03:34.396" v="2624" actId="14100"/>
          <ac:spMkLst>
            <pc:docMk/>
            <pc:sldMk cId="2789876119" sldId="279"/>
            <ac:spMk id="7" creationId="{96623125-CB5B-8393-F7BF-5936FE20697C}"/>
          </ac:spMkLst>
        </pc:spChg>
        <pc:picChg chg="add mod">
          <ac:chgData name="Krupa Dalal" userId="d4791ec40d55e7ee" providerId="LiveId" clId="{E1ED0E34-1AFB-42A3-A161-79F7C18B936E}" dt="2026-03-28T11:56:51.898" v="1263" actId="14100"/>
          <ac:picMkLst>
            <pc:docMk/>
            <pc:sldMk cId="2789876119" sldId="279"/>
            <ac:picMk id="8" creationId="{5A336762-05EC-50EE-5E7C-72728EEA1CB8}"/>
          </ac:picMkLst>
        </pc:picChg>
        <pc:picChg chg="add mod">
          <ac:chgData name="Krupa Dalal" userId="d4791ec40d55e7ee" providerId="LiveId" clId="{E1ED0E34-1AFB-42A3-A161-79F7C18B936E}" dt="2026-03-28T11:56:44.322" v="1261" actId="14100"/>
          <ac:picMkLst>
            <pc:docMk/>
            <pc:sldMk cId="2789876119" sldId="279"/>
            <ac:picMk id="10" creationId="{52E4F34A-DE75-B9AD-0B5E-CFADD06EB07E}"/>
          </ac:picMkLst>
        </pc:picChg>
      </pc:sldChg>
      <pc:sldChg chg="addSp delSp modSp add mod ord">
        <pc:chgData name="Krupa Dalal" userId="d4791ec40d55e7ee" providerId="LiveId" clId="{E1ED0E34-1AFB-42A3-A161-79F7C18B936E}" dt="2026-03-28T12:56:02.323" v="1566" actId="20577"/>
        <pc:sldMkLst>
          <pc:docMk/>
          <pc:sldMk cId="3520345744" sldId="280"/>
        </pc:sldMkLst>
        <pc:spChg chg="ord">
          <ac:chgData name="Krupa Dalal" userId="d4791ec40d55e7ee" providerId="LiveId" clId="{E1ED0E34-1AFB-42A3-A161-79F7C18B936E}" dt="2026-03-28T12:55:38.027" v="1540" actId="170"/>
          <ac:spMkLst>
            <pc:docMk/>
            <pc:sldMk cId="3520345744" sldId="280"/>
            <ac:spMk id="3" creationId="{762AE3AB-262B-C6BB-ECBD-9E5C318C4CAC}"/>
          </ac:spMkLst>
        </pc:spChg>
        <pc:spChg chg="mod">
          <ac:chgData name="Krupa Dalal" userId="d4791ec40d55e7ee" providerId="LiveId" clId="{E1ED0E34-1AFB-42A3-A161-79F7C18B936E}" dt="2026-03-28T12:56:02.323" v="1566" actId="20577"/>
          <ac:spMkLst>
            <pc:docMk/>
            <pc:sldMk cId="3520345744" sldId="280"/>
            <ac:spMk id="6" creationId="{BB03EFC2-9675-C9C1-91E7-FF1361281A1A}"/>
          </ac:spMkLst>
        </pc:spChg>
        <pc:picChg chg="add mod">
          <ac:chgData name="Krupa Dalal" userId="d4791ec40d55e7ee" providerId="LiveId" clId="{E1ED0E34-1AFB-42A3-A161-79F7C18B936E}" dt="2026-03-28T12:55:23.269" v="1536" actId="14100"/>
          <ac:picMkLst>
            <pc:docMk/>
            <pc:sldMk cId="3520345744" sldId="280"/>
            <ac:picMk id="9" creationId="{88E80CF5-682F-308C-7487-C1AC554B8244}"/>
          </ac:picMkLst>
        </pc:picChg>
        <pc:picChg chg="add mod">
          <ac:chgData name="Krupa Dalal" userId="d4791ec40d55e7ee" providerId="LiveId" clId="{E1ED0E34-1AFB-42A3-A161-79F7C18B936E}" dt="2026-03-28T12:55:14.453" v="1534" actId="1076"/>
          <ac:picMkLst>
            <pc:docMk/>
            <pc:sldMk cId="3520345744" sldId="280"/>
            <ac:picMk id="12" creationId="{DBAA19D9-23DD-566B-D194-CE963AE793B4}"/>
          </ac:picMkLst>
        </pc:picChg>
      </pc:sldChg>
      <pc:sldChg chg="addSp delSp modSp add mod">
        <pc:chgData name="Krupa Dalal" userId="d4791ec40d55e7ee" providerId="LiveId" clId="{E1ED0E34-1AFB-42A3-A161-79F7C18B936E}" dt="2026-04-02T16:03:56.129" v="2626" actId="20577"/>
        <pc:sldMkLst>
          <pc:docMk/>
          <pc:sldMk cId="2767688936" sldId="281"/>
        </pc:sldMkLst>
        <pc:spChg chg="ord">
          <ac:chgData name="Krupa Dalal" userId="d4791ec40d55e7ee" providerId="LiveId" clId="{E1ED0E34-1AFB-42A3-A161-79F7C18B936E}" dt="2026-03-30T15:49:40.760" v="1846" actId="166"/>
          <ac:spMkLst>
            <pc:docMk/>
            <pc:sldMk cId="2767688936" sldId="281"/>
            <ac:spMk id="3" creationId="{D868A640-CF0B-7087-A0CF-89E53972F3F8}"/>
          </ac:spMkLst>
        </pc:spChg>
        <pc:spChg chg="mod">
          <ac:chgData name="Krupa Dalal" userId="d4791ec40d55e7ee" providerId="LiveId" clId="{E1ED0E34-1AFB-42A3-A161-79F7C18B936E}" dt="2026-04-02T16:03:56.129" v="2626" actId="20577"/>
          <ac:spMkLst>
            <pc:docMk/>
            <pc:sldMk cId="2767688936" sldId="281"/>
            <ac:spMk id="6" creationId="{0F4B3FBC-DCB8-3B70-6436-138EC9A66EF2}"/>
          </ac:spMkLst>
        </pc:spChg>
        <pc:picChg chg="add mod">
          <ac:chgData name="Krupa Dalal" userId="d4791ec40d55e7ee" providerId="LiveId" clId="{E1ED0E34-1AFB-42A3-A161-79F7C18B936E}" dt="2026-03-30T15:49:36.290" v="1845" actId="14100"/>
          <ac:picMkLst>
            <pc:docMk/>
            <pc:sldMk cId="2767688936" sldId="281"/>
            <ac:picMk id="8" creationId="{DD733C2C-C28A-F62E-0D04-A89DEEB27CDD}"/>
          </ac:picMkLst>
        </pc:picChg>
        <pc:picChg chg="add mod">
          <ac:chgData name="Krupa Dalal" userId="d4791ec40d55e7ee" providerId="LiveId" clId="{E1ED0E34-1AFB-42A3-A161-79F7C18B936E}" dt="2026-03-30T15:49:28.328" v="1843" actId="14100"/>
          <ac:picMkLst>
            <pc:docMk/>
            <pc:sldMk cId="2767688936" sldId="281"/>
            <ac:picMk id="11" creationId="{DACED037-C642-74D9-2BF3-0EC7304D417F}"/>
          </ac:picMkLst>
        </pc:picChg>
      </pc:sldChg>
      <pc:sldChg chg="addSp delSp modSp add mod">
        <pc:chgData name="Krupa Dalal" userId="d4791ec40d55e7ee" providerId="LiveId" clId="{E1ED0E34-1AFB-42A3-A161-79F7C18B936E}" dt="2026-04-02T16:04:06.859" v="2628" actId="20577"/>
        <pc:sldMkLst>
          <pc:docMk/>
          <pc:sldMk cId="2306082377" sldId="282"/>
        </pc:sldMkLst>
        <pc:spChg chg="mod ord">
          <ac:chgData name="Krupa Dalal" userId="d4791ec40d55e7ee" providerId="LiveId" clId="{E1ED0E34-1AFB-42A3-A161-79F7C18B936E}" dt="2026-03-30T15:56:39.741" v="1863" actId="170"/>
          <ac:spMkLst>
            <pc:docMk/>
            <pc:sldMk cId="2306082377" sldId="282"/>
            <ac:spMk id="3" creationId="{AAEA54EC-26E8-1D9A-C629-5F6A285A5F95}"/>
          </ac:spMkLst>
        </pc:spChg>
        <pc:spChg chg="mod">
          <ac:chgData name="Krupa Dalal" userId="d4791ec40d55e7ee" providerId="LiveId" clId="{E1ED0E34-1AFB-42A3-A161-79F7C18B936E}" dt="2026-04-02T16:04:06.859" v="2628" actId="20577"/>
          <ac:spMkLst>
            <pc:docMk/>
            <pc:sldMk cId="2306082377" sldId="282"/>
            <ac:spMk id="6" creationId="{63594FF4-E57E-91E8-DD1F-008163748EBE}"/>
          </ac:spMkLst>
        </pc:spChg>
        <pc:picChg chg="add mod">
          <ac:chgData name="Krupa Dalal" userId="d4791ec40d55e7ee" providerId="LiveId" clId="{E1ED0E34-1AFB-42A3-A161-79F7C18B936E}" dt="2026-03-30T15:56:57.559" v="1866" actId="1076"/>
          <ac:picMkLst>
            <pc:docMk/>
            <pc:sldMk cId="2306082377" sldId="282"/>
            <ac:picMk id="9" creationId="{B982F44D-B60C-9953-C357-202DE7B87F27}"/>
          </ac:picMkLst>
        </pc:picChg>
        <pc:picChg chg="add mod">
          <ac:chgData name="Krupa Dalal" userId="d4791ec40d55e7ee" providerId="LiveId" clId="{E1ED0E34-1AFB-42A3-A161-79F7C18B936E}" dt="2026-03-30T15:56:59.325" v="1867" actId="1076"/>
          <ac:picMkLst>
            <pc:docMk/>
            <pc:sldMk cId="2306082377" sldId="282"/>
            <ac:picMk id="12" creationId="{4DDEAA25-1D73-6485-5921-47A193076FD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5143500"/>
            <a:ext cx="5943600" cy="51435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0"/>
                </a:moveTo>
                <a:lnTo>
                  <a:pt x="5448300" y="0"/>
                </a:lnTo>
                <a:lnTo>
                  <a:pt x="5448300" y="5448300"/>
                </a:lnTo>
                <a:lnTo>
                  <a:pt x="0" y="54483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2839699" y="-10886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5448300"/>
                </a:moveTo>
                <a:lnTo>
                  <a:pt x="0" y="5448300"/>
                </a:lnTo>
                <a:lnTo>
                  <a:pt x="0" y="0"/>
                </a:lnTo>
                <a:lnTo>
                  <a:pt x="5448300" y="0"/>
                </a:lnTo>
                <a:lnTo>
                  <a:pt x="544830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102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8408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893376" y="6693790"/>
            <a:ext cx="8468585" cy="928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23"/>
              </a:lnSpc>
            </a:pPr>
            <a:r>
              <a:rPr lang="en-US" sz="5445" dirty="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By KRUPA DALAL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70971" y="1709737"/>
            <a:ext cx="13346055" cy="3819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1"/>
              </a:lnSpc>
            </a:pPr>
            <a:r>
              <a:rPr lang="en-US" sz="11086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FLIPKART SALES 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D83608-C120-9E47-2647-F641AA1364BE}"/>
              </a:ext>
            </a:extLst>
          </p:cNvPr>
          <p:cNvSpPr txBox="1"/>
          <p:nvPr/>
        </p:nvSpPr>
        <p:spPr>
          <a:xfrm>
            <a:off x="4381498" y="5641491"/>
            <a:ext cx="952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2">
                    <a:lumMod val="50000"/>
                  </a:schemeClr>
                </a:solidFill>
                <a:latin typeface="Bahnschrift" panose="020B0502040204020203" pitchFamily="34" charset="0"/>
              </a:rPr>
              <a:t>USING MYSQL WORKBENCH</a:t>
            </a:r>
            <a:endParaRPr lang="en-IN" sz="3600" dirty="0">
              <a:solidFill>
                <a:schemeClr val="accent2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  <p:pic>
        <p:nvPicPr>
          <p:cNvPr id="1026" name="Picture 2" descr="flipkart logo png PNG &amp; clipart images | Citypng">
            <a:extLst>
              <a:ext uri="{FF2B5EF4-FFF2-40B4-BE49-F238E27FC236}">
                <a16:creationId xmlns:a16="http://schemas.microsoft.com/office/drawing/2014/main" id="{BC03A5CF-2BA3-0852-03BE-F7667A893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0" y="5371498"/>
            <a:ext cx="4648802" cy="464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1283970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DATASET CONTAINS</a:t>
            </a:r>
          </a:p>
        </p:txBody>
      </p:sp>
      <p:sp>
        <p:nvSpPr>
          <p:cNvPr id="9" name="Rectangle: Diagonal Corners Rounded 8">
            <a:extLst>
              <a:ext uri="{FF2B5EF4-FFF2-40B4-BE49-F238E27FC236}">
                <a16:creationId xmlns:a16="http://schemas.microsoft.com/office/drawing/2014/main" id="{02B646FF-7E78-4B36-D81F-B93AAC79B64E}"/>
              </a:ext>
            </a:extLst>
          </p:cNvPr>
          <p:cNvSpPr/>
          <p:nvPr/>
        </p:nvSpPr>
        <p:spPr>
          <a:xfrm>
            <a:off x="2286000" y="7789720"/>
            <a:ext cx="4419600" cy="1314450"/>
          </a:xfrm>
          <a:prstGeom prst="round2DiagRect">
            <a:avLst>
              <a:gd name="adj1" fmla="val 16667"/>
              <a:gd name="adj2" fmla="val 50000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100K ROWS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C3A7A127-7412-4EA9-9021-FFE52621C854}"/>
              </a:ext>
            </a:extLst>
          </p:cNvPr>
          <p:cNvSpPr/>
          <p:nvPr/>
        </p:nvSpPr>
        <p:spPr>
          <a:xfrm>
            <a:off x="7586738" y="7789720"/>
            <a:ext cx="4990495" cy="1314450"/>
          </a:xfrm>
          <a:prstGeom prst="round2DiagRect">
            <a:avLst>
              <a:gd name="adj1" fmla="val 16667"/>
              <a:gd name="adj2" fmla="val 50000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14 COLUMNS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2254BD-6DB1-C7AD-11EB-998AD006E0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556" y="3655870"/>
            <a:ext cx="16090887" cy="36212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2DE4F-74DC-8C77-BFE9-91353F991469}"/>
              </a:ext>
            </a:extLst>
          </p:cNvPr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TABLES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5BF3E3-DEE8-F65C-965A-F934FB9BF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560" y="3756980"/>
            <a:ext cx="4674095" cy="32849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F09023-450E-39FC-FAAE-1203E7FF9E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4206" y="3756980"/>
            <a:ext cx="4365318" cy="32849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5F1A4B-4FEE-477C-737A-A1025E1F35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4242" y="3756980"/>
            <a:ext cx="5395377" cy="32849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DD00B-E904-09EA-54DF-E53213ADB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55E3892-89FB-E0DF-309E-0B86F8DE7F6B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646C0A9-3DE1-8260-9646-478C7C863AE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C5F9A3D-BBF5-DEBC-46B0-56185849C6AF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BC37EF1F-BAC8-284B-EF7F-B77EFD538D6D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694AE-3F50-965D-CE68-F5F4A37FBBC4}"/>
              </a:ext>
            </a:extLst>
          </p:cNvPr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CUSTOMERS TABLE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2F944D-B4BA-1D0C-88BE-CD2444EEE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085" y="3640628"/>
            <a:ext cx="8883090" cy="3831662"/>
          </a:xfrm>
          <a:prstGeom prst="rect">
            <a:avLst/>
          </a:prstGeom>
        </p:spPr>
      </p:pic>
      <p:sp>
        <p:nvSpPr>
          <p:cNvPr id="11" name="Rectangle: Diagonal Corners Rounded 10">
            <a:extLst>
              <a:ext uri="{FF2B5EF4-FFF2-40B4-BE49-F238E27FC236}">
                <a16:creationId xmlns:a16="http://schemas.microsoft.com/office/drawing/2014/main" id="{8111E1DD-0207-67BF-2C1A-0798BD10C5AA}"/>
              </a:ext>
            </a:extLst>
          </p:cNvPr>
          <p:cNvSpPr/>
          <p:nvPr/>
        </p:nvSpPr>
        <p:spPr>
          <a:xfrm>
            <a:off x="7619999" y="7835182"/>
            <a:ext cx="4931927" cy="1314450"/>
          </a:xfrm>
          <a:prstGeom prst="round2Diag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100K Customers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F55331-EF70-EFDE-A2ED-99A4BDC37D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9926" y="3662399"/>
            <a:ext cx="5037589" cy="5753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249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3B3FF-1F5A-463E-3B65-0EBFEF331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2D0CA29-F68B-4C45-6C3F-041E5E5C1A7C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C3AAAC0A-3852-EC47-8EEC-14387E7BFD5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EB111E2-0C3C-627B-B497-595DC51030D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D85605A-D7D1-D32A-DB31-3B213B07209A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F6060D-2F13-9979-5C24-A17D9E5B31E4}"/>
              </a:ext>
            </a:extLst>
          </p:cNvPr>
          <p:cNvSpPr txBox="1"/>
          <p:nvPr/>
        </p:nvSpPr>
        <p:spPr>
          <a:xfrm>
            <a:off x="3690340" y="1744732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PRODUCTS TABLE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F70DAF-B63C-1C07-B1F5-DF0F077457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511" y="3445160"/>
            <a:ext cx="7969497" cy="42891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EE01B8-1B50-1B9F-BCD7-E192876143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445160"/>
            <a:ext cx="5715000" cy="5451706"/>
          </a:xfrm>
          <a:prstGeom prst="rect">
            <a:avLst/>
          </a:prstGeom>
        </p:spPr>
      </p:pic>
      <p:sp>
        <p:nvSpPr>
          <p:cNvPr id="11" name="Rectangle: Diagonal Corners Rounded 10">
            <a:extLst>
              <a:ext uri="{FF2B5EF4-FFF2-40B4-BE49-F238E27FC236}">
                <a16:creationId xmlns:a16="http://schemas.microsoft.com/office/drawing/2014/main" id="{F6476DBF-E062-14E8-5B00-5FCEDDB4A1AB}"/>
              </a:ext>
            </a:extLst>
          </p:cNvPr>
          <p:cNvSpPr/>
          <p:nvPr/>
        </p:nvSpPr>
        <p:spPr>
          <a:xfrm>
            <a:off x="7957098" y="7934380"/>
            <a:ext cx="4439802" cy="1323919"/>
          </a:xfrm>
          <a:prstGeom prst="round2Diag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12 Products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501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5063F8-856D-7073-E4B5-AD85C6937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0CEC45B-3C4C-F255-BF9B-61CE74C8F76C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66617E4-F746-13B3-D514-428C7019015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5909E95-A768-DB4B-7F8E-89AFFCA94071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445EC47B-6085-3FA4-0383-9A8C8FBE49B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012E41-3F2A-5615-1B72-A544DB884F4A}"/>
              </a:ext>
            </a:extLst>
          </p:cNvPr>
          <p:cNvSpPr txBox="1"/>
          <p:nvPr/>
        </p:nvSpPr>
        <p:spPr>
          <a:xfrm>
            <a:off x="3657600" y="1115649"/>
            <a:ext cx="12616460" cy="15003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ORDERS TABLE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5A650E-F2BC-7AA3-AE4E-6DA8E52CA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941" y="2933700"/>
            <a:ext cx="4305300" cy="6586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586A49-7B16-A3E1-A4F5-9B482BC425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6319" y="2928257"/>
            <a:ext cx="9403669" cy="4348843"/>
          </a:xfrm>
          <a:prstGeom prst="rect">
            <a:avLst/>
          </a:prstGeom>
        </p:spPr>
      </p:pic>
      <p:sp>
        <p:nvSpPr>
          <p:cNvPr id="11" name="Rectangle: Diagonal Corners Rounded 10">
            <a:extLst>
              <a:ext uri="{FF2B5EF4-FFF2-40B4-BE49-F238E27FC236}">
                <a16:creationId xmlns:a16="http://schemas.microsoft.com/office/drawing/2014/main" id="{101B4CA0-A8AD-2AFC-CB3A-FACCC00CF3C8}"/>
              </a:ext>
            </a:extLst>
          </p:cNvPr>
          <p:cNvSpPr/>
          <p:nvPr/>
        </p:nvSpPr>
        <p:spPr>
          <a:xfrm>
            <a:off x="6781800" y="7589361"/>
            <a:ext cx="4439802" cy="1323919"/>
          </a:xfrm>
          <a:prstGeom prst="round2Diag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2">
                    <a:lumMod val="50000"/>
                  </a:schemeClr>
                </a:solidFill>
                <a:latin typeface="Arial Rounded MT Bold" panose="020F0704030504030204" pitchFamily="34" charset="0"/>
              </a:rPr>
              <a:t>100k Orders</a:t>
            </a:r>
            <a:endParaRPr lang="en-IN" sz="4400" dirty="0">
              <a:solidFill>
                <a:schemeClr val="tx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317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D634B-E02C-D8F6-1858-F90C2EC1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4CDC1D-3056-23FC-A5AE-40BB012F8709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0487358-8753-3102-366C-9516C02DF57C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12D115-9787-D39C-DE84-33957EB311C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3107F246-830B-E96A-5439-5C4B2A904EA0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45496-541E-33F6-9978-F8F78AC3A05B}"/>
              </a:ext>
            </a:extLst>
          </p:cNvPr>
          <p:cNvSpPr txBox="1"/>
          <p:nvPr/>
        </p:nvSpPr>
        <p:spPr>
          <a:xfrm>
            <a:off x="2714242" y="1709737"/>
            <a:ext cx="13911860" cy="14927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Customers Insights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EBDFFE-4538-F71D-819F-2E71E8821EB1}"/>
              </a:ext>
            </a:extLst>
          </p:cNvPr>
          <p:cNvSpPr txBox="1"/>
          <p:nvPr/>
        </p:nvSpPr>
        <p:spPr>
          <a:xfrm>
            <a:off x="3962400" y="4305300"/>
            <a:ext cx="114300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Customer Segmentation (Age-wise)</a:t>
            </a:r>
          </a:p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Top Customers (Revenue-wise)</a:t>
            </a:r>
          </a:p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City-wise High-Value Customers</a:t>
            </a:r>
          </a:p>
          <a:p>
            <a:pPr marL="342900" indent="-342900">
              <a:buAutoNum type="arabicPeriod"/>
            </a:pPr>
            <a:r>
              <a:rPr lang="en-IN" sz="4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Total Orders by email domain with Revenue</a:t>
            </a:r>
          </a:p>
          <a:p>
            <a:endParaRPr lang="en-IN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209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10A3E-4464-6DA0-5779-DEE1C2CFD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166B205-CF7F-ADB8-859C-2B78E135367B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5715C8-4CAA-991F-6377-F90A8DAFCE48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FE00C0A5-7C41-4071-4987-459636E5E129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FD3C061-AF71-5C61-D1C4-39B4E717A5AE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3A724A-3F37-7484-8810-B05857986602}"/>
              </a:ext>
            </a:extLst>
          </p:cNvPr>
          <p:cNvSpPr txBox="1"/>
          <p:nvPr/>
        </p:nvSpPr>
        <p:spPr>
          <a:xfrm>
            <a:off x="3962400" y="491073"/>
            <a:ext cx="12616460" cy="30578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Customer Segmentation</a:t>
            </a:r>
          </a:p>
          <a:p>
            <a:pPr algn="ctr">
              <a:lnSpc>
                <a:spcPts val="12685"/>
              </a:lnSpc>
            </a:pPr>
            <a:r>
              <a:rPr lang="en-US" sz="54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(Age-Wise)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1BAF35-CBB8-03AF-F65A-2DBEE00B83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5180" y="3849413"/>
            <a:ext cx="5167681" cy="19279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7723BA-57F0-17CF-C9C0-BE35647107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1912" y="3854856"/>
            <a:ext cx="10028551" cy="45078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9A5A48-1AC8-7047-639F-7DF6F2C61D57}"/>
              </a:ext>
            </a:extLst>
          </p:cNvPr>
          <p:cNvSpPr txBox="1"/>
          <p:nvPr/>
        </p:nvSpPr>
        <p:spPr>
          <a:xfrm>
            <a:off x="5257800" y="8828779"/>
            <a:ext cx="8612575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MOST CUSTOMERS ARE FROM AGE GROUP (36-45)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776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D26FA1-5B69-8033-832C-0C4506A1D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67AFCD8-14EC-0C6D-AF80-615E1612F65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1DF5BDD-20A9-1692-3B98-0111F4349878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4D3A3B0-B9F5-9FA2-0328-3961AAEE9FDA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0300AB4-3B41-AA44-1A9C-B8D62F6C8F80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2998F-C43D-F19F-A53F-50366158B387}"/>
              </a:ext>
            </a:extLst>
          </p:cNvPr>
          <p:cNvSpPr txBox="1"/>
          <p:nvPr/>
        </p:nvSpPr>
        <p:spPr>
          <a:xfrm>
            <a:off x="4038600" y="130779"/>
            <a:ext cx="12616460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Customers </a:t>
            </a:r>
          </a:p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(Revenue-Wise)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380431-8D22-1F1E-F7BF-39A48515F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800" y="3430360"/>
            <a:ext cx="5340180" cy="38467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F500C7-BD08-13A7-5A07-E18CF421A1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2600" y="3379701"/>
            <a:ext cx="8604104" cy="409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876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D8CEDA-99DC-1923-8A07-4B0C20A1A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BE745BB-2A87-11A2-5D22-5B07B179F98D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3F710BC-926E-111F-450F-11957F6F3807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30B11A9B-EB74-8C80-553E-B7DBD990346A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A52D4B72-98EF-409B-7C23-D89A9D8A809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B18DDC-2406-9278-D49E-0C633507FEF6}"/>
              </a:ext>
            </a:extLst>
          </p:cNvPr>
          <p:cNvSpPr txBox="1"/>
          <p:nvPr/>
        </p:nvSpPr>
        <p:spPr>
          <a:xfrm>
            <a:off x="3581400" y="753588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City-wise Order Count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C75D02-51C4-FA54-82FD-B260AC713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3003287"/>
            <a:ext cx="4724400" cy="41287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C38425-1093-9504-3960-E3336B58E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3036440"/>
            <a:ext cx="7506802" cy="36045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6782A9-88AF-5A2E-8208-B7C683F2ECC6}"/>
              </a:ext>
            </a:extLst>
          </p:cNvPr>
          <p:cNvSpPr txBox="1"/>
          <p:nvPr/>
        </p:nvSpPr>
        <p:spPr>
          <a:xfrm>
            <a:off x="5181715" y="7966047"/>
            <a:ext cx="6019686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HIGHEST ORDERS ARE FROM DELHI 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8846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0A78C-4B9D-D0C0-33C6-7A83355B2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8C5308E-00F3-D892-C79B-A4E725F7A922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B6C8D76-DB1E-3B0C-0727-9EEF5481271D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D811750-D496-06FF-3715-06CF2CC7140D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211CB3E-3E77-22B8-EF10-35B9DC4850A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B36F8-305A-E2AD-E606-7238D150BDAC}"/>
              </a:ext>
            </a:extLst>
          </p:cNvPr>
          <p:cNvSpPr txBox="1"/>
          <p:nvPr/>
        </p:nvSpPr>
        <p:spPr>
          <a:xfrm>
            <a:off x="3810000" y="668789"/>
            <a:ext cx="12616460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Total orders by email domain with Revenue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E68497-E895-8BF3-ECA0-B7748EBAF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674" y="3989817"/>
            <a:ext cx="9401751" cy="38548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BEB0EC-93C5-A851-0ECF-B03CF4085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5904" y="4060268"/>
            <a:ext cx="5495390" cy="24000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09E674-2793-07B0-DA97-CD3C49C4AF0B}"/>
              </a:ext>
            </a:extLst>
          </p:cNvPr>
          <p:cNvSpPr txBox="1"/>
          <p:nvPr/>
        </p:nvSpPr>
        <p:spPr>
          <a:xfrm>
            <a:off x="4837712" y="8361504"/>
            <a:ext cx="7735287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MOST ORDERS ARE FROM DOMAIN YAHOO.COM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86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B2C17D-16D3-5815-2A1A-45052044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26E492-0937-FC62-3259-ECA9EAD9C25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B9A16B9-F530-BD23-10B3-EE14F7323324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D9D5F6F-30E6-41B8-9E29-B3FC7CB659D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A5189F01-5A67-7118-4649-70A3F9D538C4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649FEC-57DB-0EAF-6FE6-8744BD48A79D}"/>
              </a:ext>
            </a:extLst>
          </p:cNvPr>
          <p:cNvSpPr txBox="1"/>
          <p:nvPr/>
        </p:nvSpPr>
        <p:spPr>
          <a:xfrm>
            <a:off x="2714242" y="1709737"/>
            <a:ext cx="13911860" cy="14927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Products Insights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B1E85F-8B83-D637-473B-7967FE2097E7}"/>
              </a:ext>
            </a:extLst>
          </p:cNvPr>
          <p:cNvSpPr txBox="1"/>
          <p:nvPr/>
        </p:nvSpPr>
        <p:spPr>
          <a:xfrm>
            <a:off x="3962400" y="4305300"/>
            <a:ext cx="11430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Sales by Product Category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Selling Products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Most Sold Product Category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6 Most Cancelled Products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Products ‘In Transit’</a:t>
            </a:r>
          </a:p>
          <a:p>
            <a:pPr marL="742950" indent="-742950">
              <a:buAutoNum type="arabicPeriod"/>
            </a:pPr>
            <a:endParaRPr lang="en-US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742950" indent="-742950">
              <a:buAutoNum type="arabicPeriod"/>
            </a:pPr>
            <a:endParaRPr lang="en-US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742950" indent="-742950">
              <a:buAutoNum type="arabicPeriod"/>
            </a:pPr>
            <a:endParaRPr lang="en-IN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8662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B8C6C3-1C43-FAFF-06C8-1A526BF0A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F821DCE-558E-376F-1F75-FDBE3E4F6730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48D67AB-702E-1008-E115-16C124AEB5FF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031CB08-63EF-1C88-6C9D-ACE1B080C2D9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FF66E9F-E508-D4F6-F975-07CBBC26EE83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E15050-C22B-3C3F-4951-6DAF8856AF33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Sales by Product Category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3CA8CF-002C-EF95-4BB5-472465AA6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577" y="2976471"/>
            <a:ext cx="6517627" cy="43340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4CB49F-5802-76B8-EC7B-6FAA9CB7E9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5148" y="2958542"/>
            <a:ext cx="4797992" cy="50043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F30C46-FE8A-ED42-4401-00DE84718BB8}"/>
              </a:ext>
            </a:extLst>
          </p:cNvPr>
          <p:cNvSpPr txBox="1"/>
          <p:nvPr/>
        </p:nvSpPr>
        <p:spPr>
          <a:xfrm>
            <a:off x="3657600" y="8403000"/>
            <a:ext cx="9345891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HIGHEST SALES ARE GENERATED FROM SMARTPHONES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4220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35D115-89F4-8DFC-97B2-D79B6F2FB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94A0009-ACDB-E03B-56F6-32E1587A1AAF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419AC10-F14F-2477-A031-BD18C8CDC2DD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867DBF2-BECA-7EC1-2E97-244301961ADE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A9860A2-16BF-9B53-4772-25C84E5C65FF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E9AAF1-4BB5-DD0F-D684-0DD990128189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Selling Products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B1FC4A-F640-4546-B260-756CA2A71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50697"/>
            <a:ext cx="5613532" cy="29663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B602BF-1133-0B84-F95C-AEFDC3F68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9402" y="3162102"/>
            <a:ext cx="7028308" cy="5448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059048-154A-E8A7-7CCB-97024EC67C27}"/>
              </a:ext>
            </a:extLst>
          </p:cNvPr>
          <p:cNvSpPr txBox="1"/>
          <p:nvPr/>
        </p:nvSpPr>
        <p:spPr>
          <a:xfrm>
            <a:off x="2570981" y="8766337"/>
            <a:ext cx="7106419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APPLE IPHONE 16 IS MOST SOLD PRODUCT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1023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E978-0BCF-41F7-15A5-85D5CCE44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B07CF82-A995-1B26-B84F-A54B06C2D060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1AD0A7F-5825-303D-FEEE-C984BF9A2D0C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426F4771-1BB3-77A9-A936-8D4CF3F9C395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DA93E4-1568-E087-017E-A0CBDA8F53C7}"/>
              </a:ext>
            </a:extLst>
          </p:cNvPr>
          <p:cNvSpPr txBox="1"/>
          <p:nvPr/>
        </p:nvSpPr>
        <p:spPr>
          <a:xfrm>
            <a:off x="3810000" y="668789"/>
            <a:ext cx="12616460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Most Sold Product Category</a:t>
            </a:r>
          </a:p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By order count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0C1E34-550E-C205-22CF-1B2405E41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022" y="4047772"/>
            <a:ext cx="7833208" cy="30826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EF3118-95F6-D5F1-7514-D271E165D9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0713" y="4036886"/>
            <a:ext cx="5197794" cy="4846819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648E2E53-B89F-24CD-8FAC-C08E36D8FE5F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0D1015-D2D8-2F1D-4D6D-F456EA53B272}"/>
              </a:ext>
            </a:extLst>
          </p:cNvPr>
          <p:cNvSpPr txBox="1"/>
          <p:nvPr/>
        </p:nvSpPr>
        <p:spPr>
          <a:xfrm>
            <a:off x="2133600" y="7874477"/>
            <a:ext cx="783320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SMARTPHONE CATEGORY HAS HIGHEST ORDER COUNT </a:t>
            </a:r>
            <a:r>
              <a:rPr lang="en-US" sz="2800" b="1" dirty="0" err="1">
                <a:solidFill>
                  <a:srgbClr val="002060"/>
                </a:solidFill>
                <a:latin typeface="Bahnschrift" panose="020B0502040204020203" pitchFamily="34" charset="0"/>
              </a:rPr>
              <a:t>i.e</a:t>
            </a:r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 16830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953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1CE32-2C99-5596-219B-C581A5B4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856F8A4-C745-CD9E-CDA3-6D8BC385E2BA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A309C11-8926-B0C2-6655-9BE646B76602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342808E-04D0-BC99-2A68-5CFCD3984710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1E2C430F-1A80-AD10-ECB6-F01147B805AE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C67D7-C9B7-E9AB-8735-A224F580B56C}"/>
              </a:ext>
            </a:extLst>
          </p:cNvPr>
          <p:cNvSpPr txBox="1"/>
          <p:nvPr/>
        </p:nvSpPr>
        <p:spPr>
          <a:xfrm>
            <a:off x="3124200" y="945104"/>
            <a:ext cx="13867795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6 Most Cancelled Products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5C8488-7E9E-3103-B5D6-9E0695F639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2854" y="3145306"/>
            <a:ext cx="7177487" cy="47413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B35251-0798-9517-250E-2A6593A711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4999" y="3145306"/>
            <a:ext cx="6929107" cy="31411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F58F9C-003F-96C4-C5EA-B6C75E35B9E0}"/>
              </a:ext>
            </a:extLst>
          </p:cNvPr>
          <p:cNvSpPr txBox="1"/>
          <p:nvPr/>
        </p:nvSpPr>
        <p:spPr>
          <a:xfrm>
            <a:off x="4648200" y="8331996"/>
            <a:ext cx="8612575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MOST CANCELLED PRODUCT IS TP-Link </a:t>
            </a:r>
            <a:r>
              <a:rPr lang="en-US" sz="2800" b="1" dirty="0" err="1">
                <a:solidFill>
                  <a:srgbClr val="002060"/>
                </a:solidFill>
                <a:latin typeface="Bahnschrift" panose="020B0502040204020203" pitchFamily="34" charset="0"/>
              </a:rPr>
              <a:t>WiFi</a:t>
            </a:r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 Router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3952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E86184-47E6-64D9-F009-EC6DC9434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8AF16F-371D-B911-38AB-8F04384BDC67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00391EF-FD20-3960-4308-E31BA1B6685B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ABB73B4-1446-9574-72AB-066440EA7DB4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4B9CDD38-24B7-D4D1-90E4-FAF95ACDB768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F795F7-FB30-8033-D210-318BDCE9D23F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Products-wise In Transit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DD192E-9EFC-5C53-E9D2-54A1386A7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800" y="2680639"/>
            <a:ext cx="6263067" cy="43678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6D44F4-EC40-D205-B4D8-E1D47F6041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2845" y="2656568"/>
            <a:ext cx="7930648" cy="454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310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299F2-8DE4-FDE6-ED93-B1CEC01B5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01A22C-DF8B-73AF-D0D6-A6354B31025D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97F75B4-73FA-B6A2-9287-52EB73B730A7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FD627CD-6C9E-D40E-0CC2-C8B309D6F92D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2A370F1-98A3-D7BA-3A1D-E66F42E09C87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5176E-54FA-3755-A3F9-D66D81863C9F}"/>
              </a:ext>
            </a:extLst>
          </p:cNvPr>
          <p:cNvSpPr txBox="1"/>
          <p:nvPr/>
        </p:nvSpPr>
        <p:spPr>
          <a:xfrm>
            <a:off x="2714242" y="1709737"/>
            <a:ext cx="13911860" cy="14927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906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Orders Insights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BC79B9-B1BC-736F-6E0D-976765AD38CC}"/>
              </a:ext>
            </a:extLst>
          </p:cNvPr>
          <p:cNvSpPr txBox="1"/>
          <p:nvPr/>
        </p:nvSpPr>
        <p:spPr>
          <a:xfrm>
            <a:off x="3955172" y="3816591"/>
            <a:ext cx="114300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Order Status Distribution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10 Days with Highest Orders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10 Total Orders by year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Total Revenue by Year</a:t>
            </a:r>
          </a:p>
          <a:p>
            <a:pPr marL="742950" indent="-742950">
              <a:buAutoNum type="arabicPeriod"/>
            </a:pPr>
            <a:endParaRPr lang="en-IN" sz="4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144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40A724-792B-8835-0E38-0C750AC7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F22191A-5200-AAAC-1929-DFFD51EE1A1F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D91B05C-9C2D-6ADF-BB68-984FA2F6CE29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E39B145-531D-C5F1-A320-1A86D6F862B1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1746DC5-DC88-740A-3E3C-AFCF84CA1798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49A010-E3AB-45B7-0CD3-DFDB50C165CA}"/>
              </a:ext>
            </a:extLst>
          </p:cNvPr>
          <p:cNvSpPr txBox="1"/>
          <p:nvPr/>
        </p:nvSpPr>
        <p:spPr>
          <a:xfrm>
            <a:off x="3352800" y="1959517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Order Status Distribution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F43ADF-3725-7663-3A8A-328EFFA585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176607"/>
            <a:ext cx="5106959" cy="2543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443BE8-6632-3B70-2DF8-73F017A34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600" y="4176607"/>
            <a:ext cx="7266820" cy="25433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70C394-3704-0B18-E9A2-3D9CFF44D2F7}"/>
              </a:ext>
            </a:extLst>
          </p:cNvPr>
          <p:cNvSpPr txBox="1"/>
          <p:nvPr/>
        </p:nvSpPr>
        <p:spPr>
          <a:xfrm>
            <a:off x="4934485" y="7382086"/>
            <a:ext cx="7266820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MOST PRODUCTS ARE  ‘IN TRANSIT’ = 25145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3012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7AD7A-3FF4-18DA-E993-5FB51F749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42D6A4-139A-6EE3-7CFB-6C58522EA196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5313AE2-4DFF-4280-E5B4-5F9410C44E23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C4BA261-12ED-B906-54C9-296CC1853654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AAA7516D-8DB7-5B8C-FFAC-C171E88FE88E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A3E4D4-4046-DCFB-E9CB-9CB80B053B0A}"/>
              </a:ext>
            </a:extLst>
          </p:cNvPr>
          <p:cNvSpPr txBox="1"/>
          <p:nvPr/>
        </p:nvSpPr>
        <p:spPr>
          <a:xfrm>
            <a:off x="3810000" y="668789"/>
            <a:ext cx="12616460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10 Days with Highest Orders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19D758-3DA9-9185-2F56-2DDE83599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6600" y="4292960"/>
            <a:ext cx="4107653" cy="44319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8C312D-29E5-CCCC-BD20-D0E8958B7A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6217" y="4292960"/>
            <a:ext cx="8977386" cy="36482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7779279-C66D-40D4-79FF-30D08A677267}"/>
              </a:ext>
            </a:extLst>
          </p:cNvPr>
          <p:cNvSpPr txBox="1"/>
          <p:nvPr/>
        </p:nvSpPr>
        <p:spPr>
          <a:xfrm>
            <a:off x="2121028" y="8212566"/>
            <a:ext cx="8612575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HIGHEST ORDERS ARE RECORDED IN 2013-10-22 &amp; </a:t>
            </a:r>
          </a:p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2028-05-24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572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48383F-93DB-A65D-F899-DDB83ECB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8FC233D-062D-DFE0-9D97-87D60D900414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92FF807-24FB-A1E7-4CEE-8A3490214C94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647ED8E-76F4-D820-D3D5-A7C77EC99F14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9B33BF0-49C4-3E76-92AB-4F5E21458807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51C35-66E0-F9EA-3190-3E031BAC2F9C}"/>
              </a:ext>
            </a:extLst>
          </p:cNvPr>
          <p:cNvSpPr txBox="1"/>
          <p:nvPr/>
        </p:nvSpPr>
        <p:spPr>
          <a:xfrm>
            <a:off x="3810000" y="668789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Top 10  Total Orders by Year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DF63E1B-B08C-1912-FBE2-E3AF77685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884" y="3436472"/>
            <a:ext cx="4020415" cy="51360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C7AC14-716A-A280-F07F-9FBA111AC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436472"/>
            <a:ext cx="7080080" cy="36882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F9E4A-B1AF-DE4B-39B7-96BF5BBC9272}"/>
              </a:ext>
            </a:extLst>
          </p:cNvPr>
          <p:cNvSpPr txBox="1"/>
          <p:nvPr/>
        </p:nvSpPr>
        <p:spPr>
          <a:xfrm>
            <a:off x="1899557" y="7562850"/>
            <a:ext cx="7244443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HIGHEST ORDERS ARE RECORDED IN YEAR 2007 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173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9F7057-3943-FC14-15B6-D1A09585B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9573C89-95D8-16C0-1CB4-8CE9069E024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BA828F5-515B-A872-1C3F-E44CEBC1A8C6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2519BC6-0B2A-5A90-1C4B-1F29BC4225D1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C1A3A57-E9C9-1023-3BD9-73D83BEAC9A4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67802-21CE-A0BB-9658-6EF24699A199}"/>
              </a:ext>
            </a:extLst>
          </p:cNvPr>
          <p:cNvSpPr txBox="1"/>
          <p:nvPr/>
        </p:nvSpPr>
        <p:spPr>
          <a:xfrm>
            <a:off x="3182504" y="1556835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Total Revenue by Year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336762-05EC-50EE-5E7C-72728EEA1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9832" y="3672713"/>
            <a:ext cx="5292282" cy="35281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E4F34A-DE75-B9AD-0B5E-CFADD06EB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195" y="3672713"/>
            <a:ext cx="8043539" cy="35281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623125-CB5B-8393-F7BF-5936FE20697C}"/>
              </a:ext>
            </a:extLst>
          </p:cNvPr>
          <p:cNvSpPr txBox="1"/>
          <p:nvPr/>
        </p:nvSpPr>
        <p:spPr>
          <a:xfrm>
            <a:off x="4837713" y="7562850"/>
            <a:ext cx="7659088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Bahnschrift" panose="020B0502040204020203" pitchFamily="34" charset="0"/>
              </a:rPr>
              <a:t>HIGHEST REVENUE GENERATED IN YEAR 2007</a:t>
            </a:r>
            <a:endParaRPr lang="en-IN" sz="2800" b="1" dirty="0">
              <a:solidFill>
                <a:srgbClr val="00206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876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DA0A57-1E42-5F06-8739-992F2251C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048D96-75A4-B385-64EE-13FA67F4A329}"/>
              </a:ext>
            </a:extLst>
          </p:cNvPr>
          <p:cNvSpPr/>
          <p:nvPr/>
        </p:nvSpPr>
        <p:spPr>
          <a:xfrm flipV="1">
            <a:off x="-9909" y="-10886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5553F460-9789-6FC3-F3C7-2E37B461AB46}"/>
              </a:ext>
            </a:extLst>
          </p:cNvPr>
          <p:cNvSpPr/>
          <p:nvPr/>
        </p:nvSpPr>
        <p:spPr>
          <a:xfrm flipH="1">
            <a:off x="12882268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6133DB1-FA32-29BE-E268-43C5A0BC77EF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1375A0B6-8B15-6BAC-7774-4ABBDADD7630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8162E4-726F-FAC7-00C6-FEF083F3F236}"/>
              </a:ext>
            </a:extLst>
          </p:cNvPr>
          <p:cNvSpPr txBox="1"/>
          <p:nvPr/>
        </p:nvSpPr>
        <p:spPr>
          <a:xfrm>
            <a:off x="2714242" y="1709737"/>
            <a:ext cx="13911860" cy="3121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Rockwell Extra Bold" panose="02060903040505020403" pitchFamily="18" charset="0"/>
                <a:ea typeface="Readex Pro Semi-Bold"/>
                <a:cs typeface="Readex Pro Semi-Bold"/>
                <a:sym typeface="Readex Pro Semi-Bold"/>
              </a:rPr>
              <a:t>Key Insights using Windows Function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1C5E93-8503-F21A-91E9-65E065F0B84F}"/>
              </a:ext>
            </a:extLst>
          </p:cNvPr>
          <p:cNvSpPr txBox="1"/>
          <p:nvPr/>
        </p:nvSpPr>
        <p:spPr>
          <a:xfrm>
            <a:off x="3955172" y="5138057"/>
            <a:ext cx="11430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Rank Products by Revenue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Dense Rank Customers by Revenue</a:t>
            </a:r>
          </a:p>
          <a:p>
            <a:pPr marL="742950" indent="-742950">
              <a:buAutoNum type="arabicPeriod"/>
            </a:pPr>
            <a:r>
              <a:rPr lang="en-US" sz="4400" dirty="0">
                <a:latin typeface="Cascadia Code" panose="020B0609020000020004" pitchFamily="49" charset="0"/>
                <a:cs typeface="Cascadia Code" panose="020B0609020000020004" pitchFamily="49" charset="0"/>
              </a:rPr>
              <a:t>Row Number for Products by Sales</a:t>
            </a:r>
          </a:p>
        </p:txBody>
      </p:sp>
    </p:spTree>
    <p:extLst>
      <p:ext uri="{BB962C8B-B14F-4D97-AF65-F5344CB8AC3E}">
        <p14:creationId xmlns:p14="http://schemas.microsoft.com/office/powerpoint/2010/main" val="3100589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D15466-C93C-FF08-01AF-07B57A1ED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7F12191-A92A-DAD6-D8CF-B4E0502F05F1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71083E8-9519-3B01-0B9A-5D8BA25903F3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E5F9AD4C-C39C-CF71-3994-333D6146978B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03EFC2-9675-C9C1-91E7-FF1361281A1A}"/>
              </a:ext>
            </a:extLst>
          </p:cNvPr>
          <p:cNvSpPr txBox="1"/>
          <p:nvPr/>
        </p:nvSpPr>
        <p:spPr>
          <a:xfrm>
            <a:off x="3182504" y="1556835"/>
            <a:ext cx="12616460" cy="1529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Rank Products by Revenue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E80CF5-682F-308C-7487-C1AC554B8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671" y="3722273"/>
            <a:ext cx="6762183" cy="4215573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762AE3AB-262B-C6BB-ECBD-9E5C318C4CAC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BAA19D9-23DD-566B-D194-CE963AE79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195" y="3697083"/>
            <a:ext cx="8543263" cy="421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345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5CF9C2-BCD9-A56F-4FEE-FF4833472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1592756-E911-3F2D-5F80-D05752E018A7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B617281-7589-F432-E8F2-C981FF51FF62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312209F-6B9A-F7FA-B086-F7F3B8F87766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B3FBC-DCB8-3B70-6436-138EC9A66EF2}"/>
              </a:ext>
            </a:extLst>
          </p:cNvPr>
          <p:cNvSpPr txBox="1"/>
          <p:nvPr/>
        </p:nvSpPr>
        <p:spPr>
          <a:xfrm>
            <a:off x="3209718" y="780071"/>
            <a:ext cx="13658302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85"/>
              </a:lnSpc>
            </a:pPr>
            <a:r>
              <a:rPr lang="en-US" sz="8000" b="1" dirty="0" err="1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Dense_Rank</a:t>
            </a:r>
            <a:r>
              <a:rPr lang="en-US" sz="8000" b="1" dirty="0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  <a:sym typeface="Readex Pro Semi-Bold"/>
              </a:rPr>
              <a:t> Customers by Revenue</a:t>
            </a:r>
            <a:endParaRPr lang="en-US" sz="6600" b="1" dirty="0">
              <a:solidFill>
                <a:srgbClr val="002B58"/>
              </a:solidFill>
              <a:latin typeface="Perpetua" panose="02020502060401020303" pitchFamily="18" charset="0"/>
              <a:ea typeface="Readex Pro Semi-Bold"/>
              <a:cs typeface="Readex Pro Semi-Bold"/>
              <a:sym typeface="Readex Pro Semi-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733C2C-C28A-F62E-0D04-A89DEEB27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344" y="4034558"/>
            <a:ext cx="5768556" cy="41569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CED037-C642-74D9-2BF3-0EC7304D41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5224" y="4034558"/>
            <a:ext cx="9073120" cy="3623542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D868A640-CF0B-7087-A0CF-89E53972F3F8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7676889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6184D-7B29-EF97-D578-AA611796D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9421828-DC98-FABE-9474-FEAF5547E7FA}"/>
              </a:ext>
            </a:extLst>
          </p:cNvPr>
          <p:cNvSpPr/>
          <p:nvPr/>
        </p:nvSpPr>
        <p:spPr>
          <a:xfrm flipV="1">
            <a:off x="-9908" y="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46B86BF-F143-B19E-7444-ECD9C96703AB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9FF2840-88B8-74CD-E105-C6CD5F15F5A1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94FF4-E57E-91E8-DD1F-008163748EBE}"/>
              </a:ext>
            </a:extLst>
          </p:cNvPr>
          <p:cNvSpPr txBox="1"/>
          <p:nvPr/>
        </p:nvSpPr>
        <p:spPr>
          <a:xfrm>
            <a:off x="3209718" y="780071"/>
            <a:ext cx="13658302" cy="3157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12685"/>
              </a:lnSpc>
              <a:defRPr sz="8000" b="1">
                <a:solidFill>
                  <a:srgbClr val="002B58"/>
                </a:solidFill>
                <a:latin typeface="Perpetua" panose="02020502060401020303" pitchFamily="18" charset="0"/>
                <a:ea typeface="Readex Pro Semi-Bold"/>
                <a:cs typeface="Readex Pro Semi-Bold"/>
              </a:defRPr>
            </a:lvl1pPr>
          </a:lstStyle>
          <a:p>
            <a:r>
              <a:rPr lang="en-US" dirty="0" err="1"/>
              <a:t>Row_Number</a:t>
            </a:r>
            <a:r>
              <a:rPr lang="en-US" dirty="0"/>
              <a:t> for Products by Sales</a:t>
            </a:r>
            <a:endParaRPr lang="en-US" dirty="0">
              <a:sym typeface="Readex Pro Semi-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82F44D-B60C-9953-C357-202DE7B87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0" y="4288964"/>
            <a:ext cx="6564031" cy="4299584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AAEA54EC-26E8-1D9A-C629-5F6A285A5F95}"/>
              </a:ext>
            </a:extLst>
          </p:cNvPr>
          <p:cNvSpPr/>
          <p:nvPr/>
        </p:nvSpPr>
        <p:spPr>
          <a:xfrm flipH="1">
            <a:off x="12849610" y="48387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DEAA25-1D73-6485-5921-47A193076F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195" y="4293007"/>
            <a:ext cx="8015651" cy="295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0823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874FB-5CE4-BA2E-5262-1CB5CFCE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F0A935-B34D-5316-76A2-C88C4F04F7AC}"/>
              </a:ext>
            </a:extLst>
          </p:cNvPr>
          <p:cNvSpPr/>
          <p:nvPr/>
        </p:nvSpPr>
        <p:spPr>
          <a:xfrm flipV="1">
            <a:off x="-9908" y="-381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19A633E-49A5-AF08-E7D0-DF355D9B8BD2}"/>
              </a:ext>
            </a:extLst>
          </p:cNvPr>
          <p:cNvSpPr/>
          <p:nvPr/>
        </p:nvSpPr>
        <p:spPr>
          <a:xfrm flipH="1">
            <a:off x="12877800" y="4876800"/>
            <a:ext cx="5448300" cy="5448300"/>
          </a:xfrm>
          <a:custGeom>
            <a:avLst/>
            <a:gdLst/>
            <a:ahLst/>
            <a:cxnLst/>
            <a:rect l="l" t="t" r="r" b="b"/>
            <a:pathLst>
              <a:path w="5448300" h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E972080-1AFC-6E3F-8760-E3F75CC7A429}"/>
              </a:ext>
            </a:extLst>
          </p:cNvPr>
          <p:cNvSpPr/>
          <p:nvPr/>
        </p:nvSpPr>
        <p:spPr>
          <a:xfrm>
            <a:off x="610206" y="7472290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1786D99A-107B-BD8E-ED63-4C6A062853F7}"/>
              </a:ext>
            </a:extLst>
          </p:cNvPr>
          <p:cNvSpPr/>
          <p:nvPr/>
        </p:nvSpPr>
        <p:spPr>
          <a:xfrm>
            <a:off x="16840806" y="604765"/>
            <a:ext cx="836989" cy="2209944"/>
          </a:xfrm>
          <a:custGeom>
            <a:avLst/>
            <a:gdLst/>
            <a:ahLst/>
            <a:cxnLst/>
            <a:rect l="l" t="t" r="r" b="b"/>
            <a:pathLst>
              <a:path w="836989" h="2209944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476A154-1360-7628-6D0F-A70DC7B591CE}"/>
              </a:ext>
            </a:extLst>
          </p:cNvPr>
          <p:cNvSpPr txBox="1"/>
          <p:nvPr/>
        </p:nvSpPr>
        <p:spPr>
          <a:xfrm>
            <a:off x="2506883" y="4000500"/>
            <a:ext cx="13302427" cy="15600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086"/>
              </a:lnSpc>
            </a:pPr>
            <a:r>
              <a:rPr lang="en-US" sz="16000" b="1" dirty="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517545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276</Words>
  <Application>Microsoft Office PowerPoint</Application>
  <PresentationFormat>Custom</PresentationFormat>
  <Paragraphs>66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Readex Pro Semi-Bold</vt:lpstr>
      <vt:lpstr>Calibri</vt:lpstr>
      <vt:lpstr>Cascadia Code</vt:lpstr>
      <vt:lpstr>Bahnschrift</vt:lpstr>
      <vt:lpstr>Arial Rounded MT Bold</vt:lpstr>
      <vt:lpstr>Perpetua</vt:lpstr>
      <vt:lpstr>DM Sans</vt:lpstr>
      <vt:lpstr>Rockwell Extra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Krupa Dalal</cp:lastModifiedBy>
  <cp:revision>1</cp:revision>
  <dcterms:created xsi:type="dcterms:W3CDTF">2006-08-16T00:00:00Z</dcterms:created>
  <dcterms:modified xsi:type="dcterms:W3CDTF">2026-04-02T16:05:01Z</dcterms:modified>
  <dc:identifier>DAHFNjospyo</dc:identifier>
</cp:coreProperties>
</file>