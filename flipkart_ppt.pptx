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83" r:id="rId4"/>
    <p:sldId id="258" r:id="rId5"/>
    <p:sldId id="261" r:id="rId6"/>
    <p:sldId id="262" r:id="rId7"/>
    <p:sldId id="263" r:id="rId8"/>
    <p:sldId id="264" r:id="rId9"/>
    <p:sldId id="265" r:id="rId10"/>
    <p:sldId id="269" r:id="rId11"/>
    <p:sldId id="268" r:id="rId12"/>
    <p:sldId id="270" r:id="rId13"/>
    <p:sldId id="266" r:id="rId14"/>
    <p:sldId id="271" r:id="rId15"/>
    <p:sldId id="286" r:id="rId16"/>
    <p:sldId id="272" r:id="rId17"/>
    <p:sldId id="273" r:id="rId18"/>
    <p:sldId id="274" r:id="rId19"/>
    <p:sldId id="275" r:id="rId20"/>
    <p:sldId id="267" r:id="rId21"/>
    <p:sldId id="278" r:id="rId22"/>
    <p:sldId id="277" r:id="rId23"/>
    <p:sldId id="279" r:id="rId24"/>
    <p:sldId id="260" r:id="rId25"/>
    <p:sldId id="280" r:id="rId26"/>
    <p:sldId id="281" r:id="rId27"/>
    <p:sldId id="282" r:id="rId28"/>
    <p:sldId id="285" r:id="rId29"/>
    <p:sldId id="284" r:id="rId30"/>
    <p:sldId id="259" r:id="rId31"/>
  </p:sldIdLst>
  <p:sldSz cx="18288000" cy="10287000"/>
  <p:notesSz cx="6858000" cy="9144000"/>
  <p:embeddedFontLst>
    <p:embeddedFont>
      <p:font typeface="Arial Rounded MT Bold" panose="020F0704030504030204" pitchFamily="34" charset="0"/>
      <p:regular r:id="rId32"/>
    </p:embeddedFont>
    <p:embeddedFont>
      <p:font typeface="Bahnschrift" panose="020B0502040204020203" pitchFamily="34" charset="0"/>
      <p:regular r:id="rId33"/>
      <p:bold r:id="rId34"/>
    </p:embeddedFont>
    <p:embeddedFont>
      <p:font typeface="Bell MT" panose="02020503060305020303" pitchFamily="18" charset="0"/>
      <p:regular r:id="rId35"/>
      <p:bold r:id="rId36"/>
      <p:italic r:id="rId37"/>
    </p:embeddedFont>
    <p:embeddedFont>
      <p:font typeface="Cascadia Code" panose="020B0609020000020004" pitchFamily="49" charset="0"/>
      <p:regular r:id="rId38"/>
      <p:bold r:id="rId39"/>
      <p:italic r:id="rId40"/>
      <p:boldItalic r:id="rId41"/>
    </p:embeddedFont>
    <p:embeddedFont>
      <p:font typeface="Cooper Black" panose="0208090404030B020404" pitchFamily="18" charset="0"/>
      <p:regular r:id="rId42"/>
    </p:embeddedFont>
    <p:embeddedFont>
      <p:font typeface="Perpetua" panose="02020502060401020303" pitchFamily="18" charset="0"/>
      <p:regular r:id="rId43"/>
      <p:bold r:id="rId44"/>
      <p:italic r:id="rId45"/>
      <p:boldItalic r:id="rId46"/>
    </p:embeddedFont>
    <p:embeddedFont>
      <p:font typeface="Readex Pro Semi-Bold" panose="020B0604020202020204" charset="-78"/>
      <p:regular r:id="rId47"/>
    </p:embeddedFont>
    <p:embeddedFont>
      <p:font typeface="Rockwell" panose="02060603020205020403" pitchFamily="18" charset="0"/>
      <p:regular r:id="rId48"/>
      <p:bold r:id="rId49"/>
      <p:italic r:id="rId50"/>
      <p:boldItalic r:id="rId51"/>
    </p:embeddedFont>
    <p:embeddedFont>
      <p:font typeface="Rockwell Extra Bold" panose="02060903040505020403" pitchFamily="18" charset="0"/>
      <p:bold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E99E9-1302-4CCA-BA72-E666FA57B805}" v="67" dt="2026-04-03T16:34:29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2" autoAdjust="0"/>
    <p:restoredTop sz="94622" autoAdjust="0"/>
  </p:normalViewPr>
  <p:slideViewPr>
    <p:cSldViewPr>
      <p:cViewPr varScale="1">
        <p:scale>
          <a:sx n="47" d="100"/>
          <a:sy n="47" d="100"/>
        </p:scale>
        <p:origin x="90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3.fntdata"/><Relationship Id="rId52" Type="http://schemas.openxmlformats.org/officeDocument/2006/relationships/font" Target="fonts/font2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pa Dalal" userId="d4791ec40d55e7ee" providerId="LiveId" clId="{E1ED0E34-1AFB-42A3-A161-79F7C18B936E}"/>
    <pc:docChg chg="undo custSel addSld delSld modSld sldOrd">
      <pc:chgData name="Krupa Dalal" userId="d4791ec40d55e7ee" providerId="LiveId" clId="{E1ED0E34-1AFB-42A3-A161-79F7C18B936E}" dt="2026-04-03T16:37:26.795" v="3495" actId="1076"/>
      <pc:docMkLst>
        <pc:docMk/>
      </pc:docMkLst>
      <pc:sldChg chg="addSp modSp mod">
        <pc:chgData name="Krupa Dalal" userId="d4791ec40d55e7ee" providerId="LiveId" clId="{E1ED0E34-1AFB-42A3-A161-79F7C18B936E}" dt="2026-04-03T16:25:31.525" v="3312" actId="207"/>
        <pc:sldMkLst>
          <pc:docMk/>
          <pc:sldMk cId="0" sldId="256"/>
        </pc:sldMkLst>
        <pc:spChg chg="mod">
          <ac:chgData name="Krupa Dalal" userId="d4791ec40d55e7ee" providerId="LiveId" clId="{E1ED0E34-1AFB-42A3-A161-79F7C18B936E}" dt="2026-04-03T11:40:35.203" v="2778" actId="1037"/>
          <ac:spMkLst>
            <pc:docMk/>
            <pc:sldMk cId="0" sldId="256"/>
            <ac:spMk id="2" creationId="{00000000-0000-0000-0000-000000000000}"/>
          </ac:spMkLst>
        </pc:spChg>
        <pc:spChg chg="mod">
          <ac:chgData name="Krupa Dalal" userId="d4791ec40d55e7ee" providerId="LiveId" clId="{E1ED0E34-1AFB-42A3-A161-79F7C18B936E}" dt="2026-04-03T11:40:37.289" v="2779" actId="1038"/>
          <ac:spMkLst>
            <pc:docMk/>
            <pc:sldMk cId="0" sldId="256"/>
            <ac:spMk id="3" creationId="{00000000-0000-0000-0000-000000000000}"/>
          </ac:spMkLst>
        </pc:spChg>
        <pc:spChg chg="mod">
          <ac:chgData name="Krupa Dalal" userId="d4791ec40d55e7ee" providerId="LiveId" clId="{E1ED0E34-1AFB-42A3-A161-79F7C18B936E}" dt="2026-04-03T16:25:31.525" v="3312" actId="207"/>
          <ac:spMkLst>
            <pc:docMk/>
            <pc:sldMk cId="0" sldId="256"/>
            <ac:spMk id="6" creationId="{00000000-0000-0000-0000-000000000000}"/>
          </ac:spMkLst>
        </pc:spChg>
        <pc:spChg chg="mod">
          <ac:chgData name="Krupa Dalal" userId="d4791ec40d55e7ee" providerId="LiveId" clId="{E1ED0E34-1AFB-42A3-A161-79F7C18B936E}" dt="2026-04-03T11:29:05.393" v="2768" actId="6559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Krupa Dalal" userId="d4791ec40d55e7ee" providerId="LiveId" clId="{E1ED0E34-1AFB-42A3-A161-79F7C18B936E}" dt="2026-03-28T06:10:43.697" v="106" actId="1076"/>
          <ac:spMkLst>
            <pc:docMk/>
            <pc:sldMk cId="0" sldId="256"/>
            <ac:spMk id="8" creationId="{B1D83608-C120-9E47-2647-F641AA1364BE}"/>
          </ac:spMkLst>
        </pc:spChg>
        <pc:picChg chg="add mod">
          <ac:chgData name="Krupa Dalal" userId="d4791ec40d55e7ee" providerId="LiveId" clId="{E1ED0E34-1AFB-42A3-A161-79F7C18B936E}" dt="2026-03-28T12:00:40.897" v="1415" actId="14100"/>
          <ac:picMkLst>
            <pc:docMk/>
            <pc:sldMk cId="0" sldId="256"/>
            <ac:picMk id="1026" creationId="{BC03A5CF-2BA3-0852-03BE-F7667A893015}"/>
          </ac:picMkLst>
        </pc:picChg>
      </pc:sldChg>
      <pc:sldChg chg="addSp delSp modSp mod ord">
        <pc:chgData name="Krupa Dalal" userId="d4791ec40d55e7ee" providerId="LiveId" clId="{E1ED0E34-1AFB-42A3-A161-79F7C18B936E}" dt="2026-04-03T16:26:03.372" v="3314"/>
        <pc:sldMkLst>
          <pc:docMk/>
          <pc:sldMk cId="0" sldId="257"/>
        </pc:sldMkLst>
        <pc:spChg chg="mod">
          <ac:chgData name="Krupa Dalal" userId="d4791ec40d55e7ee" providerId="LiveId" clId="{E1ED0E34-1AFB-42A3-A161-79F7C18B936E}" dt="2026-03-28T06:10:49.730" v="107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Krupa Dalal" userId="d4791ec40d55e7ee" providerId="LiveId" clId="{E1ED0E34-1AFB-42A3-A161-79F7C18B936E}" dt="2026-03-28T06:10:53.641" v="108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Krupa Dalal" userId="d4791ec40d55e7ee" providerId="LiveId" clId="{E1ED0E34-1AFB-42A3-A161-79F7C18B936E}" dt="2026-04-03T11:23:55.443" v="2751" actId="115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Krupa Dalal" userId="d4791ec40d55e7ee" providerId="LiveId" clId="{E1ED0E34-1AFB-42A3-A161-79F7C18B936E}" dt="2026-04-03T11:24:00.061" v="2752" actId="1076"/>
          <ac:spMkLst>
            <pc:docMk/>
            <pc:sldMk cId="0" sldId="257"/>
            <ac:spMk id="8" creationId="{687F32F9-311C-0431-94E5-7F25DC085114}"/>
          </ac:spMkLst>
        </pc:spChg>
        <pc:spChg chg="add del mod">
          <ac:chgData name="Krupa Dalal" userId="d4791ec40d55e7ee" providerId="LiveId" clId="{E1ED0E34-1AFB-42A3-A161-79F7C18B936E}" dt="2026-04-03T11:16:07.645" v="2654" actId="478"/>
          <ac:spMkLst>
            <pc:docMk/>
            <pc:sldMk cId="0" sldId="257"/>
            <ac:spMk id="9" creationId="{02B646FF-7E78-4B36-D81F-B93AAC79B64E}"/>
          </ac:spMkLst>
        </pc:spChg>
        <pc:spChg chg="add del mod">
          <ac:chgData name="Krupa Dalal" userId="d4791ec40d55e7ee" providerId="LiveId" clId="{E1ED0E34-1AFB-42A3-A161-79F7C18B936E}" dt="2026-04-03T11:16:10.290" v="2655" actId="478"/>
          <ac:spMkLst>
            <pc:docMk/>
            <pc:sldMk cId="0" sldId="257"/>
            <ac:spMk id="10" creationId="{C3A7A127-7412-4EA9-9021-FFE52621C854}"/>
          </ac:spMkLst>
        </pc:spChg>
        <pc:picChg chg="add del mod">
          <ac:chgData name="Krupa Dalal" userId="d4791ec40d55e7ee" providerId="LiveId" clId="{E1ED0E34-1AFB-42A3-A161-79F7C18B936E}" dt="2026-04-03T11:16:05.298" v="2653" actId="478"/>
          <ac:picMkLst>
            <pc:docMk/>
            <pc:sldMk cId="0" sldId="257"/>
            <ac:picMk id="14" creationId="{522254BD-6DB1-C7AD-11EB-998AD006E0CA}"/>
          </ac:picMkLst>
        </pc:picChg>
      </pc:sldChg>
      <pc:sldChg chg="addSp delSp modSp mod">
        <pc:chgData name="Krupa Dalal" userId="d4791ec40d55e7ee" providerId="LiveId" clId="{E1ED0E34-1AFB-42A3-A161-79F7C18B936E}" dt="2026-03-28T09:53:39.254" v="227" actId="1076"/>
        <pc:sldMkLst>
          <pc:docMk/>
          <pc:sldMk cId="0" sldId="258"/>
        </pc:sldMkLst>
        <pc:spChg chg="mod">
          <ac:chgData name="Krupa Dalal" userId="d4791ec40d55e7ee" providerId="LiveId" clId="{E1ED0E34-1AFB-42A3-A161-79F7C18B936E}" dt="2026-03-28T06:11:01.953" v="109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Krupa Dalal" userId="d4791ec40d55e7ee" providerId="LiveId" clId="{E1ED0E34-1AFB-42A3-A161-79F7C18B936E}" dt="2026-03-28T06:11:08.231" v="110" actId="1076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Krupa Dalal" userId="d4791ec40d55e7ee" providerId="LiveId" clId="{E1ED0E34-1AFB-42A3-A161-79F7C18B936E}" dt="2026-03-28T09:51:24.193" v="210" actId="20577"/>
          <ac:spMkLst>
            <pc:docMk/>
            <pc:sldMk cId="0" sldId="258"/>
            <ac:spMk id="7" creationId="{D942DE4F-74DC-8C77-BFE9-91353F991469}"/>
          </ac:spMkLst>
        </pc:spChg>
        <pc:picChg chg="add mod">
          <ac:chgData name="Krupa Dalal" userId="d4791ec40d55e7ee" providerId="LiveId" clId="{E1ED0E34-1AFB-42A3-A161-79F7C18B936E}" dt="2026-03-28T09:53:30.451" v="225" actId="1076"/>
          <ac:picMkLst>
            <pc:docMk/>
            <pc:sldMk cId="0" sldId="258"/>
            <ac:picMk id="9" creationId="{855BF3E3-DEE8-F65C-965A-F934FB9BFDC7}"/>
          </ac:picMkLst>
        </pc:picChg>
        <pc:picChg chg="add mod">
          <ac:chgData name="Krupa Dalal" userId="d4791ec40d55e7ee" providerId="LiveId" clId="{E1ED0E34-1AFB-42A3-A161-79F7C18B936E}" dt="2026-03-28T09:53:39.254" v="227" actId="1076"/>
          <ac:picMkLst>
            <pc:docMk/>
            <pc:sldMk cId="0" sldId="258"/>
            <ac:picMk id="11" creationId="{F7F09023-450E-39FC-FAAE-1203E7FF9E0C}"/>
          </ac:picMkLst>
        </pc:picChg>
        <pc:picChg chg="add mod">
          <ac:chgData name="Krupa Dalal" userId="d4791ec40d55e7ee" providerId="LiveId" clId="{E1ED0E34-1AFB-42A3-A161-79F7C18B936E}" dt="2026-03-28T09:53:32.840" v="226" actId="1076"/>
          <ac:picMkLst>
            <pc:docMk/>
            <pc:sldMk cId="0" sldId="258"/>
            <ac:picMk id="13" creationId="{AD5F1A4B-4FEE-477C-737A-A1025E1F3576}"/>
          </ac:picMkLst>
        </pc:picChg>
      </pc:sldChg>
      <pc:sldChg chg="addSp delSp modSp add mod">
        <pc:chgData name="Krupa Dalal" userId="d4791ec40d55e7ee" providerId="LiveId" clId="{E1ED0E34-1AFB-42A3-A161-79F7C18B936E}" dt="2026-04-03T16:25:00.354" v="3308" actId="1076"/>
        <pc:sldMkLst>
          <pc:docMk/>
          <pc:sldMk cId="3517545023" sldId="259"/>
        </pc:sldMkLst>
        <pc:spChg chg="mod">
          <ac:chgData name="Krupa Dalal" userId="d4791ec40d55e7ee" providerId="LiveId" clId="{E1ED0E34-1AFB-42A3-A161-79F7C18B936E}" dt="2026-04-03T11:41:20.576" v="2782" actId="1076"/>
          <ac:spMkLst>
            <pc:docMk/>
            <pc:sldMk cId="3517545023" sldId="259"/>
            <ac:spMk id="2" creationId="{C5F0A935-B34D-5316-76A2-C88C4F04F7AC}"/>
          </ac:spMkLst>
        </pc:spChg>
        <pc:spChg chg="mod">
          <ac:chgData name="Krupa Dalal" userId="d4791ec40d55e7ee" providerId="LiveId" clId="{E1ED0E34-1AFB-42A3-A161-79F7C18B936E}" dt="2026-04-03T11:41:53.445" v="2797" actId="1038"/>
          <ac:spMkLst>
            <pc:docMk/>
            <pc:sldMk cId="3517545023" sldId="259"/>
            <ac:spMk id="3" creationId="{719A633E-49A5-AF08-E7D0-DF355D9B8BD2}"/>
          </ac:spMkLst>
        </pc:spChg>
        <pc:spChg chg="mod">
          <ac:chgData name="Krupa Dalal" userId="d4791ec40d55e7ee" providerId="LiveId" clId="{E1ED0E34-1AFB-42A3-A161-79F7C18B936E}" dt="2026-04-03T11:41:25.841" v="2783" actId="1076"/>
          <ac:spMkLst>
            <pc:docMk/>
            <pc:sldMk cId="3517545023" sldId="259"/>
            <ac:spMk id="4" creationId="{AE972080-1AFC-6E3F-8760-E3F75CC7A429}"/>
          </ac:spMkLst>
        </pc:spChg>
        <pc:spChg chg="mod">
          <ac:chgData name="Krupa Dalal" userId="d4791ec40d55e7ee" providerId="LiveId" clId="{E1ED0E34-1AFB-42A3-A161-79F7C18B936E}" dt="2026-04-03T11:42:03.692" v="2799" actId="1076"/>
          <ac:spMkLst>
            <pc:docMk/>
            <pc:sldMk cId="3517545023" sldId="259"/>
            <ac:spMk id="5" creationId="{1786D99A-107B-BD8E-ED63-4C6A062853F7}"/>
          </ac:spMkLst>
        </pc:spChg>
        <pc:spChg chg="mod">
          <ac:chgData name="Krupa Dalal" userId="d4791ec40d55e7ee" providerId="LiveId" clId="{E1ED0E34-1AFB-42A3-A161-79F7C18B936E}" dt="2026-04-03T16:25:00.354" v="3308" actId="1076"/>
          <ac:spMkLst>
            <pc:docMk/>
            <pc:sldMk cId="3517545023" sldId="259"/>
            <ac:spMk id="6" creationId="{1476A154-1360-7628-6D0F-A70DC7B591CE}"/>
          </ac:spMkLst>
        </pc:spChg>
        <pc:spChg chg="add mod">
          <ac:chgData name="Krupa Dalal" userId="d4791ec40d55e7ee" providerId="LiveId" clId="{E1ED0E34-1AFB-42A3-A161-79F7C18B936E}" dt="2026-04-03T11:30:45.933" v="2770" actId="14100"/>
          <ac:spMkLst>
            <pc:docMk/>
            <pc:sldMk cId="3517545023" sldId="259"/>
            <ac:spMk id="7" creationId="{F8C1EF47-14B3-EBBD-A239-166E707DC2AA}"/>
          </ac:spMkLst>
        </pc:spChg>
        <pc:spChg chg="add del mod">
          <ac:chgData name="Krupa Dalal" userId="d4791ec40d55e7ee" providerId="LiveId" clId="{E1ED0E34-1AFB-42A3-A161-79F7C18B936E}" dt="2026-04-03T11:30:59.576" v="2774" actId="478"/>
          <ac:spMkLst>
            <pc:docMk/>
            <pc:sldMk cId="3517545023" sldId="259"/>
            <ac:spMk id="8" creationId="{E4DB2CD7-DFA7-B1B3-876A-DF96BD736788}"/>
          </ac:spMkLst>
        </pc:spChg>
      </pc:sldChg>
      <pc:sldChg chg="addSp delSp modSp add mod">
        <pc:chgData name="Krupa Dalal" userId="d4791ec40d55e7ee" providerId="LiveId" clId="{E1ED0E34-1AFB-42A3-A161-79F7C18B936E}" dt="2026-04-03T16:37:26.795" v="3495" actId="1076"/>
        <pc:sldMkLst>
          <pc:docMk/>
          <pc:sldMk cId="3100589224" sldId="260"/>
        </pc:sldMkLst>
        <pc:spChg chg="mod">
          <ac:chgData name="Krupa Dalal" userId="d4791ec40d55e7ee" providerId="LiveId" clId="{E1ED0E34-1AFB-42A3-A161-79F7C18B936E}" dt="2026-03-28T12:22:49.463" v="1505" actId="1076"/>
          <ac:spMkLst>
            <pc:docMk/>
            <pc:sldMk cId="3100589224" sldId="260"/>
            <ac:spMk id="2" creationId="{6D048D96-75A4-B385-64EE-13FA67F4A329}"/>
          </ac:spMkLst>
        </pc:spChg>
        <pc:spChg chg="mod">
          <ac:chgData name="Krupa Dalal" userId="d4791ec40d55e7ee" providerId="LiveId" clId="{E1ED0E34-1AFB-42A3-A161-79F7C18B936E}" dt="2026-03-30T15:58:16.591" v="1987" actId="1076"/>
          <ac:spMkLst>
            <pc:docMk/>
            <pc:sldMk cId="3100589224" sldId="260"/>
            <ac:spMk id="3" creationId="{5553F460-9789-6FC3-F3C7-2E37B461AB46}"/>
          </ac:spMkLst>
        </pc:spChg>
        <pc:spChg chg="add mod">
          <ac:chgData name="Krupa Dalal" userId="d4791ec40d55e7ee" providerId="LiveId" clId="{E1ED0E34-1AFB-42A3-A161-79F7C18B936E}" dt="2026-04-03T16:37:26.795" v="3495" actId="1076"/>
          <ac:spMkLst>
            <pc:docMk/>
            <pc:sldMk cId="3100589224" sldId="260"/>
            <ac:spMk id="6" creationId="{598162E4-726F-FAC7-00C6-FEF083F3F236}"/>
          </ac:spMkLst>
        </pc:spChg>
        <pc:spChg chg="add mod">
          <ac:chgData name="Krupa Dalal" userId="d4791ec40d55e7ee" providerId="LiveId" clId="{E1ED0E34-1AFB-42A3-A161-79F7C18B936E}" dt="2026-04-03T16:37:21.382" v="3494" actId="1076"/>
          <ac:spMkLst>
            <pc:docMk/>
            <pc:sldMk cId="3100589224" sldId="260"/>
            <ac:spMk id="7" creationId="{8A1C5E93-8503-F21A-91E9-65E065F0B84F}"/>
          </ac:spMkLst>
        </pc:spChg>
      </pc:sldChg>
      <pc:sldChg chg="addSp delSp modSp add mod">
        <pc:chgData name="Krupa Dalal" userId="d4791ec40d55e7ee" providerId="LiveId" clId="{E1ED0E34-1AFB-42A3-A161-79F7C18B936E}" dt="2026-03-28T12:03:01.541" v="1420" actId="1076"/>
        <pc:sldMkLst>
          <pc:docMk/>
          <pc:sldMk cId="562249746" sldId="261"/>
        </pc:sldMkLst>
        <pc:spChg chg="mod">
          <ac:chgData name="Krupa Dalal" userId="d4791ec40d55e7ee" providerId="LiveId" clId="{E1ED0E34-1AFB-42A3-A161-79F7C18B936E}" dt="2026-03-28T09:54:04.075" v="243" actId="20577"/>
          <ac:spMkLst>
            <pc:docMk/>
            <pc:sldMk cId="562249746" sldId="261"/>
            <ac:spMk id="7" creationId="{877694AE-3F50-965D-CE68-F5F4A37FBBC4}"/>
          </ac:spMkLst>
        </pc:spChg>
        <pc:spChg chg="add mod">
          <ac:chgData name="Krupa Dalal" userId="d4791ec40d55e7ee" providerId="LiveId" clId="{E1ED0E34-1AFB-42A3-A161-79F7C18B936E}" dt="2026-03-28T10:05:41.033" v="322" actId="207"/>
          <ac:spMkLst>
            <pc:docMk/>
            <pc:sldMk cId="562249746" sldId="261"/>
            <ac:spMk id="11" creationId="{8111E1DD-0207-67BF-2C1A-0798BD10C5AA}"/>
          </ac:spMkLst>
        </pc:spChg>
        <pc:picChg chg="add mod">
          <ac:chgData name="Krupa Dalal" userId="d4791ec40d55e7ee" providerId="LiveId" clId="{E1ED0E34-1AFB-42A3-A161-79F7C18B936E}" dt="2026-03-28T10:00:38.752" v="257" actId="14100"/>
          <ac:picMkLst>
            <pc:docMk/>
            <pc:sldMk cId="562249746" sldId="261"/>
            <ac:picMk id="10" creationId="{BF2F944D-B4BA-1D0C-88BE-CD2444EEE317}"/>
          </ac:picMkLst>
        </pc:picChg>
        <pc:picChg chg="add mod">
          <ac:chgData name="Krupa Dalal" userId="d4791ec40d55e7ee" providerId="LiveId" clId="{E1ED0E34-1AFB-42A3-A161-79F7C18B936E}" dt="2026-03-28T12:03:01.541" v="1420" actId="1076"/>
          <ac:picMkLst>
            <pc:docMk/>
            <pc:sldMk cId="562249746" sldId="261"/>
            <ac:picMk id="13" creationId="{B9F55331-EF70-EFDE-A2ED-99A4BDC37DEB}"/>
          </ac:picMkLst>
        </pc:picChg>
      </pc:sldChg>
      <pc:sldChg chg="addSp modSp add mod">
        <pc:chgData name="Krupa Dalal" userId="d4791ec40d55e7ee" providerId="LiveId" clId="{E1ED0E34-1AFB-42A3-A161-79F7C18B936E}" dt="2026-03-28T10:06:10.933" v="350" actId="14100"/>
        <pc:sldMkLst>
          <pc:docMk/>
          <pc:sldMk cId="3519501174" sldId="262"/>
        </pc:sldMkLst>
        <pc:spChg chg="mod">
          <ac:chgData name="Krupa Dalal" userId="d4791ec40d55e7ee" providerId="LiveId" clId="{E1ED0E34-1AFB-42A3-A161-79F7C18B936E}" dt="2026-03-28T10:00:55.216" v="272" actId="20577"/>
          <ac:spMkLst>
            <pc:docMk/>
            <pc:sldMk cId="3519501174" sldId="262"/>
            <ac:spMk id="7" creationId="{93F6060D-2F13-9979-5C24-A17D9E5B31E4}"/>
          </ac:spMkLst>
        </pc:spChg>
        <pc:spChg chg="add mod">
          <ac:chgData name="Krupa Dalal" userId="d4791ec40d55e7ee" providerId="LiveId" clId="{E1ED0E34-1AFB-42A3-A161-79F7C18B936E}" dt="2026-03-28T10:06:10.933" v="350" actId="14100"/>
          <ac:spMkLst>
            <pc:docMk/>
            <pc:sldMk cId="3519501174" sldId="262"/>
            <ac:spMk id="11" creationId="{F6476DBF-E062-14E8-5B00-5FCEDDB4A1AB}"/>
          </ac:spMkLst>
        </pc:spChg>
        <pc:picChg chg="add mod">
          <ac:chgData name="Krupa Dalal" userId="d4791ec40d55e7ee" providerId="LiveId" clId="{E1ED0E34-1AFB-42A3-A161-79F7C18B936E}" dt="2026-03-28T10:02:34.540" v="280" actId="14100"/>
          <ac:picMkLst>
            <pc:docMk/>
            <pc:sldMk cId="3519501174" sldId="262"/>
            <ac:picMk id="8" creationId="{97F70DAF-B63C-1C07-B1F5-DF0F0774572E}"/>
          </ac:picMkLst>
        </pc:picChg>
        <pc:picChg chg="add mod">
          <ac:chgData name="Krupa Dalal" userId="d4791ec40d55e7ee" providerId="LiveId" clId="{E1ED0E34-1AFB-42A3-A161-79F7C18B936E}" dt="2026-03-28T10:02:27.028" v="278" actId="1076"/>
          <ac:picMkLst>
            <pc:docMk/>
            <pc:sldMk cId="3519501174" sldId="262"/>
            <ac:picMk id="10" creationId="{36EE01B8-1B50-1B9F-BCD7-E1928761438F}"/>
          </ac:picMkLst>
        </pc:picChg>
      </pc:sldChg>
      <pc:sldChg chg="addSp modSp add mod">
        <pc:chgData name="Krupa Dalal" userId="d4791ec40d55e7ee" providerId="LiveId" clId="{E1ED0E34-1AFB-42A3-A161-79F7C18B936E}" dt="2026-03-28T10:06:34.047" v="374" actId="20577"/>
        <pc:sldMkLst>
          <pc:docMk/>
          <pc:sldMk cId="1718317494" sldId="263"/>
        </pc:sldMkLst>
        <pc:spChg chg="mod">
          <ac:chgData name="Krupa Dalal" userId="d4791ec40d55e7ee" providerId="LiveId" clId="{E1ED0E34-1AFB-42A3-A161-79F7C18B936E}" dt="2026-03-28T10:03:37.783" v="299" actId="1076"/>
          <ac:spMkLst>
            <pc:docMk/>
            <pc:sldMk cId="1718317494" sldId="263"/>
            <ac:spMk id="7" creationId="{31012E41-3F2A-5615-1B72-A544DB884F4A}"/>
          </ac:spMkLst>
        </pc:spChg>
        <pc:spChg chg="add mod">
          <ac:chgData name="Krupa Dalal" userId="d4791ec40d55e7ee" providerId="LiveId" clId="{E1ED0E34-1AFB-42A3-A161-79F7C18B936E}" dt="2026-03-28T10:06:34.047" v="374" actId="20577"/>
          <ac:spMkLst>
            <pc:docMk/>
            <pc:sldMk cId="1718317494" sldId="263"/>
            <ac:spMk id="11" creationId="{101B4CA0-A8AD-2AFC-CB3A-FACCC00CF3C8}"/>
          </ac:spMkLst>
        </pc:spChg>
        <pc:picChg chg="add mod">
          <ac:chgData name="Krupa Dalal" userId="d4791ec40d55e7ee" providerId="LiveId" clId="{E1ED0E34-1AFB-42A3-A161-79F7C18B936E}" dt="2026-03-28T10:03:42.590" v="300" actId="1076"/>
          <ac:picMkLst>
            <pc:docMk/>
            <pc:sldMk cId="1718317494" sldId="263"/>
            <ac:picMk id="8" creationId="{255A650E-F2BC-7AA3-AE4E-6DA8E52CA8A1}"/>
          </ac:picMkLst>
        </pc:picChg>
        <pc:picChg chg="add mod">
          <ac:chgData name="Krupa Dalal" userId="d4791ec40d55e7ee" providerId="LiveId" clId="{E1ED0E34-1AFB-42A3-A161-79F7C18B936E}" dt="2026-03-28T10:04:42.445" v="303" actId="14100"/>
          <ac:picMkLst>
            <pc:docMk/>
            <pc:sldMk cId="1718317494" sldId="263"/>
            <ac:picMk id="10" creationId="{41586A49-7B16-A3E1-A4F5-9B482BC42594}"/>
          </ac:picMkLst>
        </pc:picChg>
      </pc:sldChg>
      <pc:sldChg chg="addSp modSp add mod">
        <pc:chgData name="Krupa Dalal" userId="d4791ec40d55e7ee" providerId="LiveId" clId="{E1ED0E34-1AFB-42A3-A161-79F7C18B936E}" dt="2026-03-28T12:04:34.532" v="1466" actId="20577"/>
        <pc:sldMkLst>
          <pc:docMk/>
          <pc:sldMk cId="3403209857" sldId="264"/>
        </pc:sldMkLst>
        <pc:spChg chg="add mod">
          <ac:chgData name="Krupa Dalal" userId="d4791ec40d55e7ee" providerId="LiveId" clId="{E1ED0E34-1AFB-42A3-A161-79F7C18B936E}" dt="2026-03-28T12:04:34.532" v="1466" actId="20577"/>
          <ac:spMkLst>
            <pc:docMk/>
            <pc:sldMk cId="3403209857" sldId="264"/>
            <ac:spMk id="6" creationId="{A8EBDFFE-4538-F71D-819F-2E71E8821EB1}"/>
          </ac:spMkLst>
        </pc:spChg>
        <pc:spChg chg="mod">
          <ac:chgData name="Krupa Dalal" userId="d4791ec40d55e7ee" providerId="LiveId" clId="{E1ED0E34-1AFB-42A3-A161-79F7C18B936E}" dt="2026-03-28T10:08:26.879" v="405" actId="1076"/>
          <ac:spMkLst>
            <pc:docMk/>
            <pc:sldMk cId="3403209857" sldId="264"/>
            <ac:spMk id="7" creationId="{F3645496-541E-33F6-9978-F8F78AC3A05B}"/>
          </ac:spMkLst>
        </pc:spChg>
      </pc:sldChg>
      <pc:sldChg chg="addSp delSp modSp add mod ord">
        <pc:chgData name="Krupa Dalal" userId="d4791ec40d55e7ee" providerId="LiveId" clId="{E1ED0E34-1AFB-42A3-A161-79F7C18B936E}" dt="2026-04-03T16:03:34.847" v="3055" actId="114"/>
        <pc:sldMkLst>
          <pc:docMk/>
          <pc:sldMk cId="2052776629" sldId="265"/>
        </pc:sldMkLst>
        <pc:spChg chg="add mod">
          <ac:chgData name="Krupa Dalal" userId="d4791ec40d55e7ee" providerId="LiveId" clId="{E1ED0E34-1AFB-42A3-A161-79F7C18B936E}" dt="2026-04-02T15:50:49.067" v="2049" actId="207"/>
          <ac:spMkLst>
            <pc:docMk/>
            <pc:sldMk cId="2052776629" sldId="265"/>
            <ac:spMk id="6" creationId="{249A5A48-1AC8-7047-639F-7DF6F2C61D57}"/>
          </ac:spMkLst>
        </pc:spChg>
        <pc:spChg chg="mod">
          <ac:chgData name="Krupa Dalal" userId="d4791ec40d55e7ee" providerId="LiveId" clId="{E1ED0E34-1AFB-42A3-A161-79F7C18B936E}" dt="2026-04-03T15:59:19.090" v="2971" actId="1076"/>
          <ac:spMkLst>
            <pc:docMk/>
            <pc:sldMk cId="2052776629" sldId="265"/>
            <ac:spMk id="7" creationId="{423A724A-3F37-7484-8810-B05857986602}"/>
          </ac:spMkLst>
        </pc:spChg>
        <pc:spChg chg="add del mod">
          <ac:chgData name="Krupa Dalal" userId="d4791ec40d55e7ee" providerId="LiveId" clId="{E1ED0E34-1AFB-42A3-A161-79F7C18B936E}" dt="2026-04-03T16:03:17.409" v="3044"/>
          <ac:spMkLst>
            <pc:docMk/>
            <pc:sldMk cId="2052776629" sldId="265"/>
            <ac:spMk id="9" creationId="{D3CED14C-93CF-2FC2-09E4-3854961A2321}"/>
          </ac:spMkLst>
        </pc:spChg>
        <pc:spChg chg="add mod">
          <ac:chgData name="Krupa Dalal" userId="d4791ec40d55e7ee" providerId="LiveId" clId="{E1ED0E34-1AFB-42A3-A161-79F7C18B936E}" dt="2026-04-03T16:03:34.847" v="3055" actId="114"/>
          <ac:spMkLst>
            <pc:docMk/>
            <pc:sldMk cId="2052776629" sldId="265"/>
            <ac:spMk id="12" creationId="{234A4A13-09F7-3369-589D-BE98EF3D6BF9}"/>
          </ac:spMkLst>
        </pc:spChg>
        <pc:picChg chg="add mod">
          <ac:chgData name="Krupa Dalal" userId="d4791ec40d55e7ee" providerId="LiveId" clId="{E1ED0E34-1AFB-42A3-A161-79F7C18B936E}" dt="2026-04-02T15:49:04.053" v="1995" actId="1076"/>
          <ac:picMkLst>
            <pc:docMk/>
            <pc:sldMk cId="2052776629" sldId="265"/>
            <ac:picMk id="8" creationId="{761BAF35-CBB8-03AF-F65A-2DBEE00B83F4}"/>
          </ac:picMkLst>
        </pc:picChg>
        <pc:picChg chg="add mod">
          <ac:chgData name="Krupa Dalal" userId="d4791ec40d55e7ee" providerId="LiveId" clId="{E1ED0E34-1AFB-42A3-A161-79F7C18B936E}" dt="2026-04-02T15:49:01.850" v="1994" actId="1076"/>
          <ac:picMkLst>
            <pc:docMk/>
            <pc:sldMk cId="2052776629" sldId="265"/>
            <ac:picMk id="10" creationId="{697723BA-57F0-17CF-C9C0-BE3564710794}"/>
          </ac:picMkLst>
        </pc:picChg>
      </pc:sldChg>
      <pc:sldChg chg="addSp modSp add mod">
        <pc:chgData name="Krupa Dalal" userId="d4791ec40d55e7ee" providerId="LiveId" clId="{E1ED0E34-1AFB-42A3-A161-79F7C18B936E}" dt="2026-03-28T11:40:52.557" v="1126" actId="313"/>
        <pc:sldMkLst>
          <pc:docMk/>
          <pc:sldMk cId="1858662424" sldId="266"/>
        </pc:sldMkLst>
        <pc:spChg chg="add mod">
          <ac:chgData name="Krupa Dalal" userId="d4791ec40d55e7ee" providerId="LiveId" clId="{E1ED0E34-1AFB-42A3-A161-79F7C18B936E}" dt="2026-03-28T11:40:52.557" v="1126" actId="313"/>
          <ac:spMkLst>
            <pc:docMk/>
            <pc:sldMk cId="1858662424" sldId="266"/>
            <ac:spMk id="6" creationId="{29B1E85F-8B83-D637-473B-7967FE2097E7}"/>
          </ac:spMkLst>
        </pc:spChg>
        <pc:spChg chg="mod">
          <ac:chgData name="Krupa Dalal" userId="d4791ec40d55e7ee" providerId="LiveId" clId="{E1ED0E34-1AFB-42A3-A161-79F7C18B936E}" dt="2026-03-28T10:08:40.158" v="421" actId="20577"/>
          <ac:spMkLst>
            <pc:docMk/>
            <pc:sldMk cId="1858662424" sldId="266"/>
            <ac:spMk id="7" creationId="{BA649FEC-57DB-0EAF-6FE6-8744BD48A79D}"/>
          </ac:spMkLst>
        </pc:spChg>
      </pc:sldChg>
      <pc:sldChg chg="addSp modSp add mod">
        <pc:chgData name="Krupa Dalal" userId="d4791ec40d55e7ee" providerId="LiveId" clId="{E1ED0E34-1AFB-42A3-A161-79F7C18B936E}" dt="2026-04-03T16:18:43.368" v="3146" actId="20577"/>
        <pc:sldMkLst>
          <pc:docMk/>
          <pc:sldMk cId="3915144476" sldId="267"/>
        </pc:sldMkLst>
        <pc:spChg chg="add mod">
          <ac:chgData name="Krupa Dalal" userId="d4791ec40d55e7ee" providerId="LiveId" clId="{E1ED0E34-1AFB-42A3-A161-79F7C18B936E}" dt="2026-04-03T16:18:43.368" v="3146" actId="20577"/>
          <ac:spMkLst>
            <pc:docMk/>
            <pc:sldMk cId="3915144476" sldId="267"/>
            <ac:spMk id="6" creationId="{15BC79B9-B1BC-736F-6E0D-976765AD38CC}"/>
          </ac:spMkLst>
        </pc:spChg>
        <pc:spChg chg="mod">
          <ac:chgData name="Krupa Dalal" userId="d4791ec40d55e7ee" providerId="LiveId" clId="{E1ED0E34-1AFB-42A3-A161-79F7C18B936E}" dt="2026-03-28T10:08:51.786" v="436" actId="20577"/>
          <ac:spMkLst>
            <pc:docMk/>
            <pc:sldMk cId="3915144476" sldId="267"/>
            <ac:spMk id="7" creationId="{DC65176E-54FA-3755-A3F9-D66D81863C9F}"/>
          </ac:spMkLst>
        </pc:spChg>
      </pc:sldChg>
      <pc:sldChg chg="addSp delSp modSp add mod">
        <pc:chgData name="Krupa Dalal" userId="d4791ec40d55e7ee" providerId="LiveId" clId="{E1ED0E34-1AFB-42A3-A161-79F7C18B936E}" dt="2026-04-03T16:03:46.083" v="3057" actId="404"/>
        <pc:sldMkLst>
          <pc:docMk/>
          <pc:sldMk cId="448846968" sldId="268"/>
        </pc:sldMkLst>
        <pc:spChg chg="mod">
          <ac:chgData name="Krupa Dalal" userId="d4791ec40d55e7ee" providerId="LiveId" clId="{E1ED0E34-1AFB-42A3-A161-79F7C18B936E}" dt="2026-04-03T11:40:12.171" v="2776" actId="1035"/>
          <ac:spMkLst>
            <pc:docMk/>
            <pc:sldMk cId="448846968" sldId="268"/>
            <ac:spMk id="2" creationId="{7BE745BB-2A87-11A2-5D22-5B07B179F98D}"/>
          </ac:spMkLst>
        </pc:spChg>
        <pc:spChg chg="mod">
          <ac:chgData name="Krupa Dalal" userId="d4791ec40d55e7ee" providerId="LiveId" clId="{E1ED0E34-1AFB-42A3-A161-79F7C18B936E}" dt="2026-04-03T11:40:09.237" v="2775" actId="1036"/>
          <ac:spMkLst>
            <pc:docMk/>
            <pc:sldMk cId="448846968" sldId="268"/>
            <ac:spMk id="3" creationId="{23F710BC-926E-111F-450F-11957F6F3807}"/>
          </ac:spMkLst>
        </pc:spChg>
        <pc:spChg chg="add mod">
          <ac:chgData name="Krupa Dalal" userId="d4791ec40d55e7ee" providerId="LiveId" clId="{E1ED0E34-1AFB-42A3-A161-79F7C18B936E}" dt="2026-04-02T15:52:09.636" v="2083" actId="14100"/>
          <ac:spMkLst>
            <pc:docMk/>
            <pc:sldMk cId="448846968" sldId="268"/>
            <ac:spMk id="6" creationId="{646782A9-88AF-5A2E-8208-B7C683F2ECC6}"/>
          </ac:spMkLst>
        </pc:spChg>
        <pc:spChg chg="mod">
          <ac:chgData name="Krupa Dalal" userId="d4791ec40d55e7ee" providerId="LiveId" clId="{E1ED0E34-1AFB-42A3-A161-79F7C18B936E}" dt="2026-03-28T10:48:33.876" v="692" actId="1076"/>
          <ac:spMkLst>
            <pc:docMk/>
            <pc:sldMk cId="448846968" sldId="268"/>
            <ac:spMk id="7" creationId="{37B18DDC-2406-9278-D49E-0C633507FEF6}"/>
          </ac:spMkLst>
        </pc:spChg>
        <pc:spChg chg="add mod">
          <ac:chgData name="Krupa Dalal" userId="d4791ec40d55e7ee" providerId="LiveId" clId="{E1ED0E34-1AFB-42A3-A161-79F7C18B936E}" dt="2026-04-03T16:03:46.083" v="3057" actId="404"/>
          <ac:spMkLst>
            <pc:docMk/>
            <pc:sldMk cId="448846968" sldId="268"/>
            <ac:spMk id="8" creationId="{CFA95F59-926E-6203-5C29-B26546F99DF5}"/>
          </ac:spMkLst>
        </pc:spChg>
        <pc:picChg chg="add mod">
          <ac:chgData name="Krupa Dalal" userId="d4791ec40d55e7ee" providerId="LiveId" clId="{E1ED0E34-1AFB-42A3-A161-79F7C18B936E}" dt="2026-04-03T16:02:23.280" v="3035" actId="1076"/>
          <ac:picMkLst>
            <pc:docMk/>
            <pc:sldMk cId="448846968" sldId="268"/>
            <ac:picMk id="9" creationId="{C0C75D02-51C4-FA54-82FD-B260AC7130AE}"/>
          </ac:picMkLst>
        </pc:picChg>
        <pc:picChg chg="add mod">
          <ac:chgData name="Krupa Dalal" userId="d4791ec40d55e7ee" providerId="LiveId" clId="{E1ED0E34-1AFB-42A3-A161-79F7C18B936E}" dt="2026-04-03T16:02:18.028" v="3034" actId="1076"/>
          <ac:picMkLst>
            <pc:docMk/>
            <pc:sldMk cId="448846968" sldId="268"/>
            <ac:picMk id="12" creationId="{75C38425-1093-9504-3960-E3336B58EF72}"/>
          </ac:picMkLst>
        </pc:picChg>
      </pc:sldChg>
      <pc:sldChg chg="addSp delSp modSp add mod ord">
        <pc:chgData name="Krupa Dalal" userId="d4791ec40d55e7ee" providerId="LiveId" clId="{E1ED0E34-1AFB-42A3-A161-79F7C18B936E}" dt="2026-04-03T16:30:48.467" v="3341" actId="1076"/>
        <pc:sldMkLst>
          <pc:docMk/>
          <pc:sldMk cId="1831876244" sldId="269"/>
        </pc:sldMkLst>
        <pc:spChg chg="add mod">
          <ac:chgData name="Krupa Dalal" userId="d4791ec40d55e7ee" providerId="LiveId" clId="{E1ED0E34-1AFB-42A3-A161-79F7C18B936E}" dt="2026-04-03T16:03:53.102" v="3059" actId="404"/>
          <ac:spMkLst>
            <pc:docMk/>
            <pc:sldMk cId="1831876244" sldId="269"/>
            <ac:spMk id="6" creationId="{6D34FB52-1B2D-7998-03B2-F55BD75081C9}"/>
          </ac:spMkLst>
        </pc:spChg>
        <pc:spChg chg="mod">
          <ac:chgData name="Krupa Dalal" userId="d4791ec40d55e7ee" providerId="LiveId" clId="{E1ED0E34-1AFB-42A3-A161-79F7C18B936E}" dt="2026-04-03T16:30:48.467" v="3341" actId="1076"/>
          <ac:spMkLst>
            <pc:docMk/>
            <pc:sldMk cId="1831876244" sldId="269"/>
            <ac:spMk id="7" creationId="{2BD2998F-C43D-F19F-A53F-50366158B387}"/>
          </ac:spMkLst>
        </pc:spChg>
        <pc:picChg chg="add del mod">
          <ac:chgData name="Krupa Dalal" userId="d4791ec40d55e7ee" providerId="LiveId" clId="{E1ED0E34-1AFB-42A3-A161-79F7C18B936E}" dt="2026-04-03T16:29:50.434" v="3315" actId="478"/>
          <ac:picMkLst>
            <pc:docMk/>
            <pc:sldMk cId="1831876244" sldId="269"/>
            <ac:picMk id="8" creationId="{24380431-8D22-1F1E-F7BF-39A48515FEB7}"/>
          </ac:picMkLst>
        </pc:picChg>
        <pc:picChg chg="add del mod">
          <ac:chgData name="Krupa Dalal" userId="d4791ec40d55e7ee" providerId="LiveId" clId="{E1ED0E34-1AFB-42A3-A161-79F7C18B936E}" dt="2026-04-03T16:30:03.497" v="3320" actId="478"/>
          <ac:picMkLst>
            <pc:docMk/>
            <pc:sldMk cId="1831876244" sldId="269"/>
            <ac:picMk id="10" creationId="{9AF500C7-BD08-13A7-5A07-E18CF421A19E}"/>
          </ac:picMkLst>
        </pc:picChg>
        <pc:picChg chg="add mod">
          <ac:chgData name="Krupa Dalal" userId="d4791ec40d55e7ee" providerId="LiveId" clId="{E1ED0E34-1AFB-42A3-A161-79F7C18B936E}" dt="2026-04-03T16:30:01.957" v="3319" actId="1076"/>
          <ac:picMkLst>
            <pc:docMk/>
            <pc:sldMk cId="1831876244" sldId="269"/>
            <ac:picMk id="11" creationId="{FEAA3670-811F-7FF1-CA81-3259B3F8DE59}"/>
          </ac:picMkLst>
        </pc:picChg>
        <pc:picChg chg="add mod">
          <ac:chgData name="Krupa Dalal" userId="d4791ec40d55e7ee" providerId="LiveId" clId="{E1ED0E34-1AFB-42A3-A161-79F7C18B936E}" dt="2026-04-03T16:30:29.953" v="3324" actId="1076"/>
          <ac:picMkLst>
            <pc:docMk/>
            <pc:sldMk cId="1831876244" sldId="269"/>
            <ac:picMk id="13" creationId="{98DAB128-F3BD-1ECC-5044-BAEE6C3F4487}"/>
          </ac:picMkLst>
        </pc:picChg>
      </pc:sldChg>
      <pc:sldChg chg="addSp delSp modSp add mod">
        <pc:chgData name="Krupa Dalal" userId="d4791ec40d55e7ee" providerId="LiveId" clId="{E1ED0E34-1AFB-42A3-A161-79F7C18B936E}" dt="2026-04-03T16:06:23.276" v="3098" actId="6549"/>
        <pc:sldMkLst>
          <pc:docMk/>
          <pc:sldMk cId="4178986393" sldId="270"/>
        </pc:sldMkLst>
        <pc:spChg chg="add mod">
          <ac:chgData name="Krupa Dalal" userId="d4791ec40d55e7ee" providerId="LiveId" clId="{E1ED0E34-1AFB-42A3-A161-79F7C18B936E}" dt="2026-04-02T15:53:19.448" v="2146" actId="14100"/>
          <ac:spMkLst>
            <pc:docMk/>
            <pc:sldMk cId="4178986393" sldId="270"/>
            <ac:spMk id="6" creationId="{BC09E674-2793-07B0-DA97-CD3C49C4AF0B}"/>
          </ac:spMkLst>
        </pc:spChg>
        <pc:spChg chg="mod">
          <ac:chgData name="Krupa Dalal" userId="d4791ec40d55e7ee" providerId="LiveId" clId="{E1ED0E34-1AFB-42A3-A161-79F7C18B936E}" dt="2026-04-03T16:05:48.470" v="3073" actId="20577"/>
          <ac:spMkLst>
            <pc:docMk/>
            <pc:sldMk cId="4178986393" sldId="270"/>
            <ac:spMk id="7" creationId="{3EEB36F8-305A-E2AD-E606-7238D150BDAC}"/>
          </ac:spMkLst>
        </pc:spChg>
        <pc:spChg chg="add mod">
          <ac:chgData name="Krupa Dalal" userId="d4791ec40d55e7ee" providerId="LiveId" clId="{E1ED0E34-1AFB-42A3-A161-79F7C18B936E}" dt="2026-04-03T16:06:23.276" v="3098" actId="6549"/>
          <ac:spMkLst>
            <pc:docMk/>
            <pc:sldMk cId="4178986393" sldId="270"/>
            <ac:spMk id="14" creationId="{068B0C43-ABCD-2CFB-8F04-FCD5B230D539}"/>
          </ac:spMkLst>
        </pc:spChg>
        <pc:picChg chg="add del mod">
          <ac:chgData name="Krupa Dalal" userId="d4791ec40d55e7ee" providerId="LiveId" clId="{E1ED0E34-1AFB-42A3-A161-79F7C18B936E}" dt="2026-04-03T16:05:03.667" v="3061" actId="478"/>
          <ac:picMkLst>
            <pc:docMk/>
            <pc:sldMk cId="4178986393" sldId="270"/>
            <ac:picMk id="8" creationId="{02E68497-E895-8BF3-ECA0-B7748EBAFD1F}"/>
          </ac:picMkLst>
        </pc:picChg>
        <pc:picChg chg="add del mod">
          <ac:chgData name="Krupa Dalal" userId="d4791ec40d55e7ee" providerId="LiveId" clId="{E1ED0E34-1AFB-42A3-A161-79F7C18B936E}" dt="2026-04-03T16:05:34.812" v="3067" actId="478"/>
          <ac:picMkLst>
            <pc:docMk/>
            <pc:sldMk cId="4178986393" sldId="270"/>
            <ac:picMk id="10" creationId="{EFBD5E07-0515-E006-19AC-5CF48500EDBB}"/>
          </ac:picMkLst>
        </pc:picChg>
        <pc:picChg chg="add del mod">
          <ac:chgData name="Krupa Dalal" userId="d4791ec40d55e7ee" providerId="LiveId" clId="{E1ED0E34-1AFB-42A3-A161-79F7C18B936E}" dt="2026-04-03T16:05:37.898" v="3068" actId="478"/>
          <ac:picMkLst>
            <pc:docMk/>
            <pc:sldMk cId="4178986393" sldId="270"/>
            <ac:picMk id="11" creationId="{7BBEB0EC-93C5-A851-0ECF-B03CF408536D}"/>
          </ac:picMkLst>
        </pc:picChg>
        <pc:picChg chg="add mod">
          <ac:chgData name="Krupa Dalal" userId="d4791ec40d55e7ee" providerId="LiveId" clId="{E1ED0E34-1AFB-42A3-A161-79F7C18B936E}" dt="2026-04-03T16:05:43.968" v="3071" actId="14100"/>
          <ac:picMkLst>
            <pc:docMk/>
            <pc:sldMk cId="4178986393" sldId="270"/>
            <ac:picMk id="13" creationId="{F0524203-BC8C-381D-DDB8-13E42B8F47FF}"/>
          </ac:picMkLst>
        </pc:picChg>
      </pc:sldChg>
      <pc:sldChg chg="addSp delSp modSp add mod">
        <pc:chgData name="Krupa Dalal" userId="d4791ec40d55e7ee" providerId="LiveId" clId="{E1ED0E34-1AFB-42A3-A161-79F7C18B936E}" dt="2026-04-02T15:54:54.189" v="2195" actId="14100"/>
        <pc:sldMkLst>
          <pc:docMk/>
          <pc:sldMk cId="1364220508" sldId="271"/>
        </pc:sldMkLst>
        <pc:spChg chg="add mod">
          <ac:chgData name="Krupa Dalal" userId="d4791ec40d55e7ee" providerId="LiveId" clId="{E1ED0E34-1AFB-42A3-A161-79F7C18B936E}" dt="2026-03-28T10:59:43.730" v="784" actId="20577"/>
          <ac:spMkLst>
            <pc:docMk/>
            <pc:sldMk cId="1364220508" sldId="271"/>
            <ac:spMk id="6" creationId="{13E15050-C22B-3C3F-4951-6DAF8856AF33}"/>
          </ac:spMkLst>
        </pc:spChg>
        <pc:spChg chg="add mod">
          <ac:chgData name="Krupa Dalal" userId="d4791ec40d55e7ee" providerId="LiveId" clId="{E1ED0E34-1AFB-42A3-A161-79F7C18B936E}" dt="2026-04-02T15:54:54.189" v="2195" actId="14100"/>
          <ac:spMkLst>
            <pc:docMk/>
            <pc:sldMk cId="1364220508" sldId="271"/>
            <ac:spMk id="7" creationId="{9FF30C46-FE8A-ED42-4401-00DE84718BB8}"/>
          </ac:spMkLst>
        </pc:spChg>
        <pc:picChg chg="add mod">
          <ac:chgData name="Krupa Dalal" userId="d4791ec40d55e7ee" providerId="LiveId" clId="{E1ED0E34-1AFB-42A3-A161-79F7C18B936E}" dt="2026-03-28T11:02:26.900" v="788" actId="1076"/>
          <ac:picMkLst>
            <pc:docMk/>
            <pc:sldMk cId="1364220508" sldId="271"/>
            <ac:picMk id="9" creationId="{6B3CA8CF-002C-EF95-4BB5-472465AA6D1F}"/>
          </ac:picMkLst>
        </pc:picChg>
        <pc:picChg chg="add mod">
          <ac:chgData name="Krupa Dalal" userId="d4791ec40d55e7ee" providerId="LiveId" clId="{E1ED0E34-1AFB-42A3-A161-79F7C18B936E}" dt="2026-03-28T11:03:00.406" v="791" actId="14100"/>
          <ac:picMkLst>
            <pc:docMk/>
            <pc:sldMk cId="1364220508" sldId="271"/>
            <ac:picMk id="11" creationId="{824CB49F-5802-76B8-EC7B-6FAA9CB7E985}"/>
          </ac:picMkLst>
        </pc:picChg>
      </pc:sldChg>
      <pc:sldChg chg="addSp delSp modSp add mod">
        <pc:chgData name="Krupa Dalal" userId="d4791ec40d55e7ee" providerId="LiveId" clId="{E1ED0E34-1AFB-42A3-A161-79F7C18B936E}" dt="2026-04-03T16:13:10.863" v="3106" actId="166"/>
        <pc:sldMkLst>
          <pc:docMk/>
          <pc:sldMk cId="771023578" sldId="272"/>
        </pc:sldMkLst>
        <pc:spChg chg="ord">
          <ac:chgData name="Krupa Dalal" userId="d4791ec40d55e7ee" providerId="LiveId" clId="{E1ED0E34-1AFB-42A3-A161-79F7C18B936E}" dt="2026-04-03T16:13:10.863" v="3106" actId="166"/>
          <ac:spMkLst>
            <pc:docMk/>
            <pc:sldMk cId="771023578" sldId="272"/>
            <ac:spMk id="3" creationId="{F419AC10-F14F-2477-A031-BD18C8CDC2DD}"/>
          </ac:spMkLst>
        </pc:spChg>
        <pc:spChg chg="mod">
          <ac:chgData name="Krupa Dalal" userId="d4791ec40d55e7ee" providerId="LiveId" clId="{E1ED0E34-1AFB-42A3-A161-79F7C18B936E}" dt="2026-03-28T11:09:14.015" v="847" actId="20577"/>
          <ac:spMkLst>
            <pc:docMk/>
            <pc:sldMk cId="771023578" sldId="272"/>
            <ac:spMk id="6" creationId="{65E9AAF1-4BB5-DD0F-D684-0DD990128189}"/>
          </ac:spMkLst>
        </pc:spChg>
        <pc:spChg chg="add mod">
          <ac:chgData name="Krupa Dalal" userId="d4791ec40d55e7ee" providerId="LiveId" clId="{E1ED0E34-1AFB-42A3-A161-79F7C18B936E}" dt="2026-04-02T15:56:03.701" v="2235" actId="14100"/>
          <ac:spMkLst>
            <pc:docMk/>
            <pc:sldMk cId="771023578" sldId="272"/>
            <ac:spMk id="7" creationId="{51059048-154A-E8A7-7CCB-97024EC67C27}"/>
          </ac:spMkLst>
        </pc:spChg>
        <pc:picChg chg="add mod">
          <ac:chgData name="Krupa Dalal" userId="d4791ec40d55e7ee" providerId="LiveId" clId="{E1ED0E34-1AFB-42A3-A161-79F7C18B936E}" dt="2026-04-03T16:13:06.987" v="3105" actId="1076"/>
          <ac:picMkLst>
            <pc:docMk/>
            <pc:sldMk cId="771023578" sldId="272"/>
            <ac:picMk id="8" creationId="{11B1FC4A-F640-4546-B260-756CA2A7172A}"/>
          </ac:picMkLst>
        </pc:picChg>
        <pc:picChg chg="add mod">
          <ac:chgData name="Krupa Dalal" userId="d4791ec40d55e7ee" providerId="LiveId" clId="{E1ED0E34-1AFB-42A3-A161-79F7C18B936E}" dt="2026-04-03T16:13:00.069" v="3102" actId="1076"/>
          <ac:picMkLst>
            <pc:docMk/>
            <pc:sldMk cId="771023578" sldId="272"/>
            <ac:picMk id="12" creationId="{B8B602BF-1133-0B84-F95C-AEFDC3F6891B}"/>
          </ac:picMkLst>
        </pc:picChg>
      </pc:sldChg>
      <pc:sldChg chg="addSp modSp add mod">
        <pc:chgData name="Krupa Dalal" userId="d4791ec40d55e7ee" providerId="LiveId" clId="{E1ED0E34-1AFB-42A3-A161-79F7C18B936E}" dt="2026-04-03T16:13:45.538" v="3110" actId="1076"/>
        <pc:sldMkLst>
          <pc:docMk/>
          <pc:sldMk cId="3908953289" sldId="273"/>
        </pc:sldMkLst>
        <pc:spChg chg="ord">
          <ac:chgData name="Krupa Dalal" userId="d4791ec40d55e7ee" providerId="LiveId" clId="{E1ED0E34-1AFB-42A3-A161-79F7C18B936E}" dt="2026-04-02T15:56:53.372" v="2275" actId="166"/>
          <ac:spMkLst>
            <pc:docMk/>
            <pc:sldMk cId="3908953289" sldId="273"/>
            <ac:spMk id="3" creationId="{648E2E53-B89F-24CD-8FAC-C08E36D8FE5F}"/>
          </ac:spMkLst>
        </pc:spChg>
        <pc:spChg chg="mod">
          <ac:chgData name="Krupa Dalal" userId="d4791ec40d55e7ee" providerId="LiveId" clId="{E1ED0E34-1AFB-42A3-A161-79F7C18B936E}" dt="2026-04-03T16:13:45.538" v="3110" actId="1076"/>
          <ac:spMkLst>
            <pc:docMk/>
            <pc:sldMk cId="3908953289" sldId="273"/>
            <ac:spMk id="6" creationId="{33DA93E4-1568-E087-017E-A0CBDA8F53C7}"/>
          </ac:spMkLst>
        </pc:spChg>
        <pc:spChg chg="add mod">
          <ac:chgData name="Krupa Dalal" userId="d4791ec40d55e7ee" providerId="LiveId" clId="{E1ED0E34-1AFB-42A3-A161-79F7C18B936E}" dt="2026-04-02T15:58:05.028" v="2342" actId="1076"/>
          <ac:spMkLst>
            <pc:docMk/>
            <pc:sldMk cId="3908953289" sldId="273"/>
            <ac:spMk id="7" creationId="{100D1015-D2D8-2F1D-4D6D-F456EA53B272}"/>
          </ac:spMkLst>
        </pc:spChg>
        <pc:picChg chg="add mod">
          <ac:chgData name="Krupa Dalal" userId="d4791ec40d55e7ee" providerId="LiveId" clId="{E1ED0E34-1AFB-42A3-A161-79F7C18B936E}" dt="2026-04-02T15:56:48.026" v="2274" actId="1076"/>
          <ac:picMkLst>
            <pc:docMk/>
            <pc:sldMk cId="3908953289" sldId="273"/>
            <ac:picMk id="8" creationId="{2C0C1E34-550E-C205-22CF-1B2405E41612}"/>
          </ac:picMkLst>
        </pc:picChg>
        <pc:picChg chg="add mod">
          <ac:chgData name="Krupa Dalal" userId="d4791ec40d55e7ee" providerId="LiveId" clId="{E1ED0E34-1AFB-42A3-A161-79F7C18B936E}" dt="2026-04-02T15:56:44.387" v="2273" actId="1076"/>
          <ac:picMkLst>
            <pc:docMk/>
            <pc:sldMk cId="3908953289" sldId="273"/>
            <ac:picMk id="10" creationId="{9CEF3118-95F6-D5F1-7514-D271E165D9AF}"/>
          </ac:picMkLst>
        </pc:picChg>
      </pc:sldChg>
      <pc:sldChg chg="addSp modSp add mod">
        <pc:chgData name="Krupa Dalal" userId="d4791ec40d55e7ee" providerId="LiveId" clId="{E1ED0E34-1AFB-42A3-A161-79F7C18B936E}" dt="2026-04-02T15:58:58.381" v="2390" actId="1076"/>
        <pc:sldMkLst>
          <pc:docMk/>
          <pc:sldMk cId="1623952363" sldId="274"/>
        </pc:sldMkLst>
        <pc:spChg chg="mod">
          <ac:chgData name="Krupa Dalal" userId="d4791ec40d55e7ee" providerId="LiveId" clId="{E1ED0E34-1AFB-42A3-A161-79F7C18B936E}" dt="2026-03-28T11:24:46.510" v="951" actId="1076"/>
          <ac:spMkLst>
            <pc:docMk/>
            <pc:sldMk cId="1623952363" sldId="274"/>
            <ac:spMk id="6" creationId="{4A9C67D7-C9B7-E9AB-8735-A224F580B56C}"/>
          </ac:spMkLst>
        </pc:spChg>
        <pc:spChg chg="add mod">
          <ac:chgData name="Krupa Dalal" userId="d4791ec40d55e7ee" providerId="LiveId" clId="{E1ED0E34-1AFB-42A3-A161-79F7C18B936E}" dt="2026-04-02T15:58:58.381" v="2390" actId="1076"/>
          <ac:spMkLst>
            <pc:docMk/>
            <pc:sldMk cId="1623952363" sldId="274"/>
            <ac:spMk id="7" creationId="{09F58F9C-003F-96C4-C5EA-B6C75E35B9E0}"/>
          </ac:spMkLst>
        </pc:spChg>
        <pc:picChg chg="add mod">
          <ac:chgData name="Krupa Dalal" userId="d4791ec40d55e7ee" providerId="LiveId" clId="{E1ED0E34-1AFB-42A3-A161-79F7C18B936E}" dt="2026-03-28T11:27:24.699" v="954" actId="14100"/>
          <ac:picMkLst>
            <pc:docMk/>
            <pc:sldMk cId="1623952363" sldId="274"/>
            <ac:picMk id="8" creationId="{B45C8488-7E9E-3103-B5D6-9E0695F6393D}"/>
          </ac:picMkLst>
        </pc:picChg>
        <pc:picChg chg="add mod">
          <ac:chgData name="Krupa Dalal" userId="d4791ec40d55e7ee" providerId="LiveId" clId="{E1ED0E34-1AFB-42A3-A161-79F7C18B936E}" dt="2026-03-28T11:27:47.486" v="957" actId="14100"/>
          <ac:picMkLst>
            <pc:docMk/>
            <pc:sldMk cId="1623952363" sldId="274"/>
            <ac:picMk id="10" creationId="{9DB35251-0798-9517-250E-2A6593A711DD}"/>
          </ac:picMkLst>
        </pc:picChg>
      </pc:sldChg>
      <pc:sldChg chg="addSp modSp add mod">
        <pc:chgData name="Krupa Dalal" userId="d4791ec40d55e7ee" providerId="LiveId" clId="{E1ED0E34-1AFB-42A3-A161-79F7C18B936E}" dt="2026-04-03T16:35:16.729" v="3407" actId="1076"/>
        <pc:sldMkLst>
          <pc:docMk/>
          <pc:sldMk cId="3388310826" sldId="275"/>
        </pc:sldMkLst>
        <pc:spChg chg="mod">
          <ac:chgData name="Krupa Dalal" userId="d4791ec40d55e7ee" providerId="LiveId" clId="{E1ED0E34-1AFB-42A3-A161-79F7C18B936E}" dt="2026-04-03T16:35:16.729" v="3407" actId="1076"/>
          <ac:spMkLst>
            <pc:docMk/>
            <pc:sldMk cId="3388310826" sldId="275"/>
            <ac:spMk id="6" creationId="{4DF795F7-FB30-8033-D210-318BDCE9D23F}"/>
          </ac:spMkLst>
        </pc:spChg>
        <pc:spChg chg="add mod">
          <ac:chgData name="Krupa Dalal" userId="d4791ec40d55e7ee" providerId="LiveId" clId="{E1ED0E34-1AFB-42A3-A161-79F7C18B936E}" dt="2026-04-03T16:35:06.204" v="3404" actId="14100"/>
          <ac:spMkLst>
            <pc:docMk/>
            <pc:sldMk cId="3388310826" sldId="275"/>
            <ac:spMk id="7" creationId="{FF8C7342-8261-B5B1-7E15-B43330E3435A}"/>
          </ac:spMkLst>
        </pc:spChg>
        <pc:picChg chg="add mod">
          <ac:chgData name="Krupa Dalal" userId="d4791ec40d55e7ee" providerId="LiveId" clId="{E1ED0E34-1AFB-42A3-A161-79F7C18B936E}" dt="2026-04-03T16:35:13.194" v="3406" actId="1076"/>
          <ac:picMkLst>
            <pc:docMk/>
            <pc:sldMk cId="3388310826" sldId="275"/>
            <ac:picMk id="8" creationId="{45DD192E-9EFC-5C53-E9D2-54A1386A740F}"/>
          </ac:picMkLst>
        </pc:picChg>
        <pc:picChg chg="add mod">
          <ac:chgData name="Krupa Dalal" userId="d4791ec40d55e7ee" providerId="LiveId" clId="{E1ED0E34-1AFB-42A3-A161-79F7C18B936E}" dt="2026-04-03T16:35:10.058" v="3405" actId="1076"/>
          <ac:picMkLst>
            <pc:docMk/>
            <pc:sldMk cId="3388310826" sldId="275"/>
            <ac:picMk id="10" creationId="{9B6D44F4-EC40-D205-B4D8-E1D47F6041EF}"/>
          </ac:picMkLst>
        </pc:picChg>
      </pc:sldChg>
      <pc:sldChg chg="addSp modSp add del mod ord">
        <pc:chgData name="Krupa Dalal" userId="d4791ec40d55e7ee" providerId="LiveId" clId="{E1ED0E34-1AFB-42A3-A161-79F7C18B936E}" dt="2026-04-03T16:18:30.088" v="3113" actId="2696"/>
        <pc:sldMkLst>
          <pc:docMk/>
          <pc:sldMk cId="1799572547" sldId="276"/>
        </pc:sldMkLst>
        <pc:spChg chg="add mod">
          <ac:chgData name="Krupa Dalal" userId="d4791ec40d55e7ee" providerId="LiveId" clId="{E1ED0E34-1AFB-42A3-A161-79F7C18B936E}" dt="2026-04-02T16:01:29.706" v="2505" actId="14100"/>
          <ac:spMkLst>
            <pc:docMk/>
            <pc:sldMk cId="1799572547" sldId="276"/>
            <ac:spMk id="7" creationId="{57779279-C66D-40D4-79FF-30D08A677267}"/>
          </ac:spMkLst>
        </pc:spChg>
      </pc:sldChg>
      <pc:sldChg chg="addSp delSp modSp add mod">
        <pc:chgData name="Krupa Dalal" userId="d4791ec40d55e7ee" providerId="LiveId" clId="{E1ED0E34-1AFB-42A3-A161-79F7C18B936E}" dt="2026-04-03T16:21:08.985" v="3165" actId="20577"/>
        <pc:sldMkLst>
          <pc:docMk/>
          <pc:sldMk cId="3743173019" sldId="277"/>
        </pc:sldMkLst>
        <pc:spChg chg="mod">
          <ac:chgData name="Krupa Dalal" userId="d4791ec40d55e7ee" providerId="LiveId" clId="{E1ED0E34-1AFB-42A3-A161-79F7C18B936E}" dt="2026-04-03T16:21:08.985" v="3165" actId="20577"/>
          <ac:spMkLst>
            <pc:docMk/>
            <pc:sldMk cId="3743173019" sldId="277"/>
            <ac:spMk id="6" creationId="{59651C35-66E0-F9EA-3190-3E031BAC2F9C}"/>
          </ac:spMkLst>
        </pc:spChg>
        <pc:spChg chg="add mod">
          <ac:chgData name="Krupa Dalal" userId="d4791ec40d55e7ee" providerId="LiveId" clId="{E1ED0E34-1AFB-42A3-A161-79F7C18B936E}" dt="2026-04-02T16:02:41.497" v="2583" actId="20577"/>
          <ac:spMkLst>
            <pc:docMk/>
            <pc:sldMk cId="3743173019" sldId="277"/>
            <ac:spMk id="7" creationId="{930F9E4A-B1AF-DE4B-39B7-96BF5BBC9272}"/>
          </ac:spMkLst>
        </pc:spChg>
        <pc:picChg chg="add mod">
          <ac:chgData name="Krupa Dalal" userId="d4791ec40d55e7ee" providerId="LiveId" clId="{E1ED0E34-1AFB-42A3-A161-79F7C18B936E}" dt="2026-04-03T16:20:12.221" v="3151" actId="1076"/>
          <ac:picMkLst>
            <pc:docMk/>
            <pc:sldMk cId="3743173019" sldId="277"/>
            <ac:picMk id="9" creationId="{C704B0BE-B0D4-2167-E101-F025A1463F82}"/>
          </ac:picMkLst>
        </pc:picChg>
        <pc:picChg chg="add mod">
          <ac:chgData name="Krupa Dalal" userId="d4791ec40d55e7ee" providerId="LiveId" clId="{E1ED0E34-1AFB-42A3-A161-79F7C18B936E}" dt="2026-04-03T16:20:40.078" v="3156" actId="1076"/>
          <ac:picMkLst>
            <pc:docMk/>
            <pc:sldMk cId="3743173019" sldId="277"/>
            <ac:picMk id="11" creationId="{27D34EA9-8F21-F75C-FFE1-9B3A1786ED62}"/>
          </ac:picMkLst>
        </pc:picChg>
        <pc:picChg chg="add del mod">
          <ac:chgData name="Krupa Dalal" userId="d4791ec40d55e7ee" providerId="LiveId" clId="{E1ED0E34-1AFB-42A3-A161-79F7C18B936E}" dt="2026-04-03T16:20:03.016" v="3147" actId="478"/>
          <ac:picMkLst>
            <pc:docMk/>
            <pc:sldMk cId="3743173019" sldId="277"/>
            <ac:picMk id="12" creationId="{CDF63E1B-B08C-1912-FBE2-E3AF77685921}"/>
          </ac:picMkLst>
        </pc:picChg>
        <pc:picChg chg="add del mod">
          <ac:chgData name="Krupa Dalal" userId="d4791ec40d55e7ee" providerId="LiveId" clId="{E1ED0E34-1AFB-42A3-A161-79F7C18B936E}" dt="2026-04-03T16:20:14.028" v="3152" actId="478"/>
          <ac:picMkLst>
            <pc:docMk/>
            <pc:sldMk cId="3743173019" sldId="277"/>
            <ac:picMk id="14" creationId="{C7C7AC14-716A-A280-F07F-9FBA111AC177}"/>
          </ac:picMkLst>
        </pc:picChg>
      </pc:sldChg>
      <pc:sldChg chg="addSp modSp add mod ord">
        <pc:chgData name="Krupa Dalal" userId="d4791ec40d55e7ee" providerId="LiveId" clId="{E1ED0E34-1AFB-42A3-A161-79F7C18B936E}" dt="2026-04-03T16:15:22.501" v="3112" actId="1035"/>
        <pc:sldMkLst>
          <pc:docMk/>
          <pc:sldMk cId="3743301246" sldId="278"/>
        </pc:sldMkLst>
        <pc:spChg chg="mod">
          <ac:chgData name="Krupa Dalal" userId="d4791ec40d55e7ee" providerId="LiveId" clId="{E1ED0E34-1AFB-42A3-A161-79F7C18B936E}" dt="2026-04-03T16:15:22.501" v="3112" actId="1035"/>
          <ac:spMkLst>
            <pc:docMk/>
            <pc:sldMk cId="3743301246" sldId="278"/>
            <ac:spMk id="2" creationId="{5F22191A-5200-AAAC-1929-DFFD51EE1A1F}"/>
          </ac:spMkLst>
        </pc:spChg>
        <pc:spChg chg="mod">
          <ac:chgData name="Krupa Dalal" userId="d4791ec40d55e7ee" providerId="LiveId" clId="{E1ED0E34-1AFB-42A3-A161-79F7C18B936E}" dt="2026-04-03T16:14:42.043" v="3111" actId="1036"/>
          <ac:spMkLst>
            <pc:docMk/>
            <pc:sldMk cId="3743301246" sldId="278"/>
            <ac:spMk id="3" creationId="{8D91B05C-9C2D-6ADF-BB68-984FA2F6CE29}"/>
          </ac:spMkLst>
        </pc:spChg>
        <pc:spChg chg="mod">
          <ac:chgData name="Krupa Dalal" userId="d4791ec40d55e7ee" providerId="LiveId" clId="{E1ED0E34-1AFB-42A3-A161-79F7C18B936E}" dt="2026-03-28T11:44:34.021" v="1163" actId="1076"/>
          <ac:spMkLst>
            <pc:docMk/>
            <pc:sldMk cId="3743301246" sldId="278"/>
            <ac:spMk id="6" creationId="{F549A010-E3AB-45B7-0CD3-DFDB50C165CA}"/>
          </ac:spMkLst>
        </pc:spChg>
        <pc:spChg chg="add mod">
          <ac:chgData name="Krupa Dalal" userId="d4791ec40d55e7ee" providerId="LiveId" clId="{E1ED0E34-1AFB-42A3-A161-79F7C18B936E}" dt="2026-04-02T16:00:19.412" v="2447" actId="14100"/>
          <ac:spMkLst>
            <pc:docMk/>
            <pc:sldMk cId="3743301246" sldId="278"/>
            <ac:spMk id="7" creationId="{B270C394-3704-0B18-E9A2-3D9CFF44D2F7}"/>
          </ac:spMkLst>
        </pc:spChg>
        <pc:picChg chg="add mod">
          <ac:chgData name="Krupa Dalal" userId="d4791ec40d55e7ee" providerId="LiveId" clId="{E1ED0E34-1AFB-42A3-A161-79F7C18B936E}" dt="2026-03-28T11:44:30.816" v="1162" actId="1076"/>
          <ac:picMkLst>
            <pc:docMk/>
            <pc:sldMk cId="3743301246" sldId="278"/>
            <ac:picMk id="8" creationId="{06F43ADF-3725-7663-3A8A-328EFFA58535}"/>
          </ac:picMkLst>
        </pc:picChg>
        <pc:picChg chg="add mod">
          <ac:chgData name="Krupa Dalal" userId="d4791ec40d55e7ee" providerId="LiveId" clId="{E1ED0E34-1AFB-42A3-A161-79F7C18B936E}" dt="2026-03-28T11:44:28.690" v="1161" actId="1076"/>
          <ac:picMkLst>
            <pc:docMk/>
            <pc:sldMk cId="3743301246" sldId="278"/>
            <ac:picMk id="10" creationId="{51443BE8-6632-3B70-2DF8-73F017A34E8B}"/>
          </ac:picMkLst>
        </pc:picChg>
      </pc:sldChg>
      <pc:sldChg chg="addSp modSp add mod">
        <pc:chgData name="Krupa Dalal" userId="d4791ec40d55e7ee" providerId="LiveId" clId="{E1ED0E34-1AFB-42A3-A161-79F7C18B936E}" dt="2026-04-03T16:21:12.512" v="3166" actId="20577"/>
        <pc:sldMkLst>
          <pc:docMk/>
          <pc:sldMk cId="2789876119" sldId="279"/>
        </pc:sldMkLst>
        <pc:spChg chg="mod">
          <ac:chgData name="Krupa Dalal" userId="d4791ec40d55e7ee" providerId="LiveId" clId="{E1ED0E34-1AFB-42A3-A161-79F7C18B936E}" dt="2026-04-03T16:21:12.512" v="3166" actId="20577"/>
          <ac:spMkLst>
            <pc:docMk/>
            <pc:sldMk cId="2789876119" sldId="279"/>
            <ac:spMk id="6" creationId="{7D167802-21CE-A0BB-9658-6EF24699A199}"/>
          </ac:spMkLst>
        </pc:spChg>
        <pc:spChg chg="add mod">
          <ac:chgData name="Krupa Dalal" userId="d4791ec40d55e7ee" providerId="LiveId" clId="{E1ED0E34-1AFB-42A3-A161-79F7C18B936E}" dt="2026-04-02T16:03:34.396" v="2624" actId="14100"/>
          <ac:spMkLst>
            <pc:docMk/>
            <pc:sldMk cId="2789876119" sldId="279"/>
            <ac:spMk id="7" creationId="{96623125-CB5B-8393-F7BF-5936FE20697C}"/>
          </ac:spMkLst>
        </pc:spChg>
        <pc:picChg chg="add mod">
          <ac:chgData name="Krupa Dalal" userId="d4791ec40d55e7ee" providerId="LiveId" clId="{E1ED0E34-1AFB-42A3-A161-79F7C18B936E}" dt="2026-03-28T11:56:51.898" v="1263" actId="14100"/>
          <ac:picMkLst>
            <pc:docMk/>
            <pc:sldMk cId="2789876119" sldId="279"/>
            <ac:picMk id="8" creationId="{5A336762-05EC-50EE-5E7C-72728EEA1CB8}"/>
          </ac:picMkLst>
        </pc:picChg>
        <pc:picChg chg="add mod">
          <ac:chgData name="Krupa Dalal" userId="d4791ec40d55e7ee" providerId="LiveId" clId="{E1ED0E34-1AFB-42A3-A161-79F7C18B936E}" dt="2026-03-28T11:56:44.322" v="1261" actId="14100"/>
          <ac:picMkLst>
            <pc:docMk/>
            <pc:sldMk cId="2789876119" sldId="279"/>
            <ac:picMk id="10" creationId="{52E4F34A-DE75-B9AD-0B5E-CFADD06EB07E}"/>
          </ac:picMkLst>
        </pc:picChg>
      </pc:sldChg>
      <pc:sldChg chg="addSp delSp modSp add mod ord">
        <pc:chgData name="Krupa Dalal" userId="d4791ec40d55e7ee" providerId="LiveId" clId="{E1ED0E34-1AFB-42A3-A161-79F7C18B936E}" dt="2026-04-03T16:24:19.142" v="3305" actId="20577"/>
        <pc:sldMkLst>
          <pc:docMk/>
          <pc:sldMk cId="3520345744" sldId="280"/>
        </pc:sldMkLst>
        <pc:spChg chg="ord">
          <ac:chgData name="Krupa Dalal" userId="d4791ec40d55e7ee" providerId="LiveId" clId="{E1ED0E34-1AFB-42A3-A161-79F7C18B936E}" dt="2026-03-28T12:55:38.027" v="1540" actId="170"/>
          <ac:spMkLst>
            <pc:docMk/>
            <pc:sldMk cId="3520345744" sldId="280"/>
            <ac:spMk id="3" creationId="{762AE3AB-262B-C6BB-ECBD-9E5C318C4CAC}"/>
          </ac:spMkLst>
        </pc:spChg>
        <pc:spChg chg="mod">
          <ac:chgData name="Krupa Dalal" userId="d4791ec40d55e7ee" providerId="LiveId" clId="{E1ED0E34-1AFB-42A3-A161-79F7C18B936E}" dt="2026-04-03T16:22:54.386" v="3225" actId="1076"/>
          <ac:spMkLst>
            <pc:docMk/>
            <pc:sldMk cId="3520345744" sldId="280"/>
            <ac:spMk id="6" creationId="{BB03EFC2-9675-C9C1-91E7-FF1361281A1A}"/>
          </ac:spMkLst>
        </pc:spChg>
        <pc:spChg chg="add mod">
          <ac:chgData name="Krupa Dalal" userId="d4791ec40d55e7ee" providerId="LiveId" clId="{E1ED0E34-1AFB-42A3-A161-79F7C18B936E}" dt="2026-04-03T16:24:19.142" v="3305" actId="20577"/>
          <ac:spMkLst>
            <pc:docMk/>
            <pc:sldMk cId="3520345744" sldId="280"/>
            <ac:spMk id="7" creationId="{D7F4641A-E56F-4631-F037-077D0FFEE42B}"/>
          </ac:spMkLst>
        </pc:spChg>
        <pc:picChg chg="add mod">
          <ac:chgData name="Krupa Dalal" userId="d4791ec40d55e7ee" providerId="LiveId" clId="{E1ED0E34-1AFB-42A3-A161-79F7C18B936E}" dt="2026-03-28T12:55:23.269" v="1536" actId="14100"/>
          <ac:picMkLst>
            <pc:docMk/>
            <pc:sldMk cId="3520345744" sldId="280"/>
            <ac:picMk id="9" creationId="{88E80CF5-682F-308C-7487-C1AC554B8244}"/>
          </ac:picMkLst>
        </pc:picChg>
        <pc:picChg chg="add mod">
          <ac:chgData name="Krupa Dalal" userId="d4791ec40d55e7ee" providerId="LiveId" clId="{E1ED0E34-1AFB-42A3-A161-79F7C18B936E}" dt="2026-03-28T12:55:14.453" v="1534" actId="1076"/>
          <ac:picMkLst>
            <pc:docMk/>
            <pc:sldMk cId="3520345744" sldId="280"/>
            <ac:picMk id="12" creationId="{DBAA19D9-23DD-566B-D194-CE963AE793B4}"/>
          </ac:picMkLst>
        </pc:picChg>
      </pc:sldChg>
      <pc:sldChg chg="addSp delSp modSp add mod">
        <pc:chgData name="Krupa Dalal" userId="d4791ec40d55e7ee" providerId="LiveId" clId="{E1ED0E34-1AFB-42A3-A161-79F7C18B936E}" dt="2026-04-03T16:24:15.392" v="3304" actId="20577"/>
        <pc:sldMkLst>
          <pc:docMk/>
          <pc:sldMk cId="2767688936" sldId="281"/>
        </pc:sldMkLst>
        <pc:spChg chg="ord">
          <ac:chgData name="Krupa Dalal" userId="d4791ec40d55e7ee" providerId="LiveId" clId="{E1ED0E34-1AFB-42A3-A161-79F7C18B936E}" dt="2026-03-30T15:49:40.760" v="1846" actId="166"/>
          <ac:spMkLst>
            <pc:docMk/>
            <pc:sldMk cId="2767688936" sldId="281"/>
            <ac:spMk id="3" creationId="{D868A640-CF0B-7087-A0CF-89E53972F3F8}"/>
          </ac:spMkLst>
        </pc:spChg>
        <pc:spChg chg="mod">
          <ac:chgData name="Krupa Dalal" userId="d4791ec40d55e7ee" providerId="LiveId" clId="{E1ED0E34-1AFB-42A3-A161-79F7C18B936E}" dt="2026-04-03T16:21:44.724" v="3177" actId="20577"/>
          <ac:spMkLst>
            <pc:docMk/>
            <pc:sldMk cId="2767688936" sldId="281"/>
            <ac:spMk id="6" creationId="{0F4B3FBC-DCB8-3B70-6436-138EC9A66EF2}"/>
          </ac:spMkLst>
        </pc:spChg>
        <pc:spChg chg="add mod">
          <ac:chgData name="Krupa Dalal" userId="d4791ec40d55e7ee" providerId="LiveId" clId="{E1ED0E34-1AFB-42A3-A161-79F7C18B936E}" dt="2026-04-03T16:24:15.392" v="3304" actId="20577"/>
          <ac:spMkLst>
            <pc:docMk/>
            <pc:sldMk cId="2767688936" sldId="281"/>
            <ac:spMk id="10" creationId="{A5FAC44A-D09B-09F8-61EB-D3A6F6BEA8A3}"/>
          </ac:spMkLst>
        </pc:spChg>
        <pc:picChg chg="add mod">
          <ac:chgData name="Krupa Dalal" userId="d4791ec40d55e7ee" providerId="LiveId" clId="{E1ED0E34-1AFB-42A3-A161-79F7C18B936E}" dt="2026-03-30T15:49:36.290" v="1845" actId="14100"/>
          <ac:picMkLst>
            <pc:docMk/>
            <pc:sldMk cId="2767688936" sldId="281"/>
            <ac:picMk id="8" creationId="{DD733C2C-C28A-F62E-0D04-A89DEEB27CDD}"/>
          </ac:picMkLst>
        </pc:picChg>
        <pc:picChg chg="add del">
          <ac:chgData name="Krupa Dalal" userId="d4791ec40d55e7ee" providerId="LiveId" clId="{E1ED0E34-1AFB-42A3-A161-79F7C18B936E}" dt="2026-04-03T16:21:48.777" v="3179" actId="22"/>
          <ac:picMkLst>
            <pc:docMk/>
            <pc:sldMk cId="2767688936" sldId="281"/>
            <ac:picMk id="9" creationId="{EECE6C1D-84B1-5EB1-64C8-6FBCD34BB020}"/>
          </ac:picMkLst>
        </pc:picChg>
        <pc:picChg chg="add mod">
          <ac:chgData name="Krupa Dalal" userId="d4791ec40d55e7ee" providerId="LiveId" clId="{E1ED0E34-1AFB-42A3-A161-79F7C18B936E}" dt="2026-03-30T15:49:28.328" v="1843" actId="14100"/>
          <ac:picMkLst>
            <pc:docMk/>
            <pc:sldMk cId="2767688936" sldId="281"/>
            <ac:picMk id="11" creationId="{DACED037-C642-74D9-2BF3-0EC7304D417F}"/>
          </ac:picMkLst>
        </pc:picChg>
      </pc:sldChg>
      <pc:sldChg chg="addSp delSp modSp add mod">
        <pc:chgData name="Krupa Dalal" userId="d4791ec40d55e7ee" providerId="LiveId" clId="{E1ED0E34-1AFB-42A3-A161-79F7C18B936E}" dt="2026-04-03T16:24:25.483" v="3306" actId="1076"/>
        <pc:sldMkLst>
          <pc:docMk/>
          <pc:sldMk cId="2306082377" sldId="282"/>
        </pc:sldMkLst>
        <pc:spChg chg="mod ord">
          <ac:chgData name="Krupa Dalal" userId="d4791ec40d55e7ee" providerId="LiveId" clId="{E1ED0E34-1AFB-42A3-A161-79F7C18B936E}" dt="2026-03-30T15:56:39.741" v="1863" actId="170"/>
          <ac:spMkLst>
            <pc:docMk/>
            <pc:sldMk cId="2306082377" sldId="282"/>
            <ac:spMk id="3" creationId="{AAEA54EC-26E8-1D9A-C629-5F6A285A5F95}"/>
          </ac:spMkLst>
        </pc:spChg>
        <pc:spChg chg="mod">
          <ac:chgData name="Krupa Dalal" userId="d4791ec40d55e7ee" providerId="LiveId" clId="{E1ED0E34-1AFB-42A3-A161-79F7C18B936E}" dt="2026-04-03T16:23:45.142" v="3272" actId="20577"/>
          <ac:spMkLst>
            <pc:docMk/>
            <pc:sldMk cId="2306082377" sldId="282"/>
            <ac:spMk id="6" creationId="{63594FF4-E57E-91E8-DD1F-008163748EBE}"/>
          </ac:spMkLst>
        </pc:spChg>
        <pc:spChg chg="add mod">
          <ac:chgData name="Krupa Dalal" userId="d4791ec40d55e7ee" providerId="LiveId" clId="{E1ED0E34-1AFB-42A3-A161-79F7C18B936E}" dt="2026-04-03T16:24:25.483" v="3306" actId="1076"/>
          <ac:spMkLst>
            <pc:docMk/>
            <pc:sldMk cId="2306082377" sldId="282"/>
            <ac:spMk id="7" creationId="{19A3C7A9-639C-CFFC-2A3A-87D1DF5DA3E3}"/>
          </ac:spMkLst>
        </pc:spChg>
        <pc:picChg chg="add mod">
          <ac:chgData name="Krupa Dalal" userId="d4791ec40d55e7ee" providerId="LiveId" clId="{E1ED0E34-1AFB-42A3-A161-79F7C18B936E}" dt="2026-03-30T15:56:57.559" v="1866" actId="1076"/>
          <ac:picMkLst>
            <pc:docMk/>
            <pc:sldMk cId="2306082377" sldId="282"/>
            <ac:picMk id="9" creationId="{B982F44D-B60C-9953-C357-202DE7B87F27}"/>
          </ac:picMkLst>
        </pc:picChg>
        <pc:picChg chg="add mod">
          <ac:chgData name="Krupa Dalal" userId="d4791ec40d55e7ee" providerId="LiveId" clId="{E1ED0E34-1AFB-42A3-A161-79F7C18B936E}" dt="2026-04-03T11:28:19.578" v="2767"/>
          <ac:picMkLst>
            <pc:docMk/>
            <pc:sldMk cId="2306082377" sldId="282"/>
            <ac:picMk id="12" creationId="{4DDEAA25-1D73-6485-5921-47A193076FDD}"/>
          </ac:picMkLst>
        </pc:picChg>
      </pc:sldChg>
      <pc:sldChg chg="add">
        <pc:chgData name="Krupa Dalal" userId="d4791ec40d55e7ee" providerId="LiveId" clId="{E1ED0E34-1AFB-42A3-A161-79F7C18B936E}" dt="2026-04-03T11:16:01.342" v="2652" actId="2890"/>
        <pc:sldMkLst>
          <pc:docMk/>
          <pc:sldMk cId="3054742959" sldId="283"/>
        </pc:sldMkLst>
      </pc:sldChg>
      <pc:sldChg chg="addSp delSp modSp add mod ord">
        <pc:chgData name="Krupa Dalal" userId="d4791ec40d55e7ee" providerId="LiveId" clId="{E1ED0E34-1AFB-42A3-A161-79F7C18B936E}" dt="2026-04-03T15:55:53.579" v="2949" actId="20577"/>
        <pc:sldMkLst>
          <pc:docMk/>
          <pc:sldMk cId="3949468740" sldId="284"/>
        </pc:sldMkLst>
        <pc:spChg chg="mod">
          <ac:chgData name="Krupa Dalal" userId="d4791ec40d55e7ee" providerId="LiveId" clId="{E1ED0E34-1AFB-42A3-A161-79F7C18B936E}" dt="2026-04-03T11:26:36.881" v="2757" actId="1076"/>
          <ac:spMkLst>
            <pc:docMk/>
            <pc:sldMk cId="3949468740" sldId="284"/>
            <ac:spMk id="2" creationId="{3F679695-62BA-0A4D-9D7C-FE6FE43082E4}"/>
          </ac:spMkLst>
        </pc:spChg>
        <pc:spChg chg="mod ord">
          <ac:chgData name="Krupa Dalal" userId="d4791ec40d55e7ee" providerId="LiveId" clId="{E1ED0E34-1AFB-42A3-A161-79F7C18B936E}" dt="2026-04-03T11:26:44.495" v="2759" actId="1036"/>
          <ac:spMkLst>
            <pc:docMk/>
            <pc:sldMk cId="3949468740" sldId="284"/>
            <ac:spMk id="3" creationId="{FD6FEDFF-F355-40EF-5979-D13FE4F376C3}"/>
          </ac:spMkLst>
        </pc:spChg>
        <pc:spChg chg="mod">
          <ac:chgData name="Krupa Dalal" userId="d4791ec40d55e7ee" providerId="LiveId" clId="{E1ED0E34-1AFB-42A3-A161-79F7C18B936E}" dt="2026-04-03T11:26:30.891" v="2756" actId="1076"/>
          <ac:spMkLst>
            <pc:docMk/>
            <pc:sldMk cId="3949468740" sldId="284"/>
            <ac:spMk id="5" creationId="{7D5B5046-6FA6-3FCC-EB7E-949493F0BE38}"/>
          </ac:spMkLst>
        </pc:spChg>
        <pc:spChg chg="mod">
          <ac:chgData name="Krupa Dalal" userId="d4791ec40d55e7ee" providerId="LiveId" clId="{E1ED0E34-1AFB-42A3-A161-79F7C18B936E}" dt="2026-04-03T11:23:24.167" v="2748" actId="2711"/>
          <ac:spMkLst>
            <pc:docMk/>
            <pc:sldMk cId="3949468740" sldId="284"/>
            <ac:spMk id="6" creationId="{4BBE73BC-3595-CF36-E0CF-A0C1FE4D0E3C}"/>
          </ac:spMkLst>
        </pc:spChg>
        <pc:spChg chg="add">
          <ac:chgData name="Krupa Dalal" userId="d4791ec40d55e7ee" providerId="LiveId" clId="{E1ED0E34-1AFB-42A3-A161-79F7C18B936E}" dt="2026-04-03T11:19:17.651" v="2707"/>
          <ac:spMkLst>
            <pc:docMk/>
            <pc:sldMk cId="3949468740" sldId="284"/>
            <ac:spMk id="7" creationId="{E54A8CBE-B0C1-8A98-10A9-40481C3638D5}"/>
          </ac:spMkLst>
        </pc:spChg>
        <pc:spChg chg="add del mod">
          <ac:chgData name="Krupa Dalal" userId="d4791ec40d55e7ee" providerId="LiveId" clId="{E1ED0E34-1AFB-42A3-A161-79F7C18B936E}" dt="2026-04-03T11:19:47.456" v="2711" actId="478"/>
          <ac:spMkLst>
            <pc:docMk/>
            <pc:sldMk cId="3949468740" sldId="284"/>
            <ac:spMk id="8" creationId="{8CF45DA2-B185-4831-CCA7-621B2D4B832F}"/>
          </ac:spMkLst>
        </pc:spChg>
        <pc:spChg chg="add">
          <ac:chgData name="Krupa Dalal" userId="d4791ec40d55e7ee" providerId="LiveId" clId="{E1ED0E34-1AFB-42A3-A161-79F7C18B936E}" dt="2026-04-03T11:19:28.149" v="2709"/>
          <ac:spMkLst>
            <pc:docMk/>
            <pc:sldMk cId="3949468740" sldId="284"/>
            <ac:spMk id="10" creationId="{E82C31BE-1311-123A-7DAD-7B6B45111741}"/>
          </ac:spMkLst>
        </pc:spChg>
        <pc:spChg chg="add">
          <ac:chgData name="Krupa Dalal" userId="d4791ec40d55e7ee" providerId="LiveId" clId="{E1ED0E34-1AFB-42A3-A161-79F7C18B936E}" dt="2026-04-03T11:20:00.751" v="2712"/>
          <ac:spMkLst>
            <pc:docMk/>
            <pc:sldMk cId="3949468740" sldId="284"/>
            <ac:spMk id="11" creationId="{48D3BA3B-CA90-BBCC-1DBB-422F0C5586EE}"/>
          </ac:spMkLst>
        </pc:spChg>
        <pc:spChg chg="add mod">
          <ac:chgData name="Krupa Dalal" userId="d4791ec40d55e7ee" providerId="LiveId" clId="{E1ED0E34-1AFB-42A3-A161-79F7C18B936E}" dt="2026-04-03T15:55:53.579" v="2949" actId="20577"/>
          <ac:spMkLst>
            <pc:docMk/>
            <pc:sldMk cId="3949468740" sldId="284"/>
            <ac:spMk id="13" creationId="{0E04A93F-1BD4-95E9-B7D8-8689A8C17793}"/>
          </ac:spMkLst>
        </pc:spChg>
        <pc:spChg chg="add">
          <ac:chgData name="Krupa Dalal" userId="d4791ec40d55e7ee" providerId="LiveId" clId="{E1ED0E34-1AFB-42A3-A161-79F7C18B936E}" dt="2026-04-03T11:20:10.836" v="2714"/>
          <ac:spMkLst>
            <pc:docMk/>
            <pc:sldMk cId="3949468740" sldId="284"/>
            <ac:spMk id="14" creationId="{66347066-6383-FBCB-6021-B79129C20EC2}"/>
          </ac:spMkLst>
        </pc:spChg>
        <pc:spChg chg="add">
          <ac:chgData name="Krupa Dalal" userId="d4791ec40d55e7ee" providerId="LiveId" clId="{E1ED0E34-1AFB-42A3-A161-79F7C18B936E}" dt="2026-04-03T11:20:15.052" v="2715"/>
          <ac:spMkLst>
            <pc:docMk/>
            <pc:sldMk cId="3949468740" sldId="284"/>
            <ac:spMk id="15" creationId="{B92909B3-0B18-2DEF-B1D2-52786F68532B}"/>
          </ac:spMkLst>
        </pc:spChg>
        <pc:picChg chg="del">
          <ac:chgData name="Krupa Dalal" userId="d4791ec40d55e7ee" providerId="LiveId" clId="{E1ED0E34-1AFB-42A3-A161-79F7C18B936E}" dt="2026-04-03T11:18:59.820" v="2706" actId="478"/>
          <ac:picMkLst>
            <pc:docMk/>
            <pc:sldMk cId="3949468740" sldId="284"/>
            <ac:picMk id="9" creationId="{A6E608BC-33CE-BACD-BC7E-8581887928EF}"/>
          </ac:picMkLst>
        </pc:picChg>
        <pc:picChg chg="del">
          <ac:chgData name="Krupa Dalal" userId="d4791ec40d55e7ee" providerId="LiveId" clId="{E1ED0E34-1AFB-42A3-A161-79F7C18B936E}" dt="2026-04-03T11:18:57.521" v="2705" actId="478"/>
          <ac:picMkLst>
            <pc:docMk/>
            <pc:sldMk cId="3949468740" sldId="284"/>
            <ac:picMk id="12" creationId="{8D2A96E5-15D9-D6C8-0012-53FB17F04E2C}"/>
          </ac:picMkLst>
        </pc:picChg>
      </pc:sldChg>
      <pc:sldChg chg="addSp delSp modSp add mod ord">
        <pc:chgData name="Krupa Dalal" userId="d4791ec40d55e7ee" providerId="LiveId" clId="{E1ED0E34-1AFB-42A3-A161-79F7C18B936E}" dt="2026-04-03T16:24:43.982" v="3307" actId="1076"/>
        <pc:sldMkLst>
          <pc:docMk/>
          <pc:sldMk cId="2716857443" sldId="285"/>
        </pc:sldMkLst>
        <pc:spChg chg="del">
          <ac:chgData name="Krupa Dalal" userId="d4791ec40d55e7ee" providerId="LiveId" clId="{E1ED0E34-1AFB-42A3-A161-79F7C18B936E}" dt="2026-04-03T14:03:28.781" v="2828" actId="478"/>
          <ac:spMkLst>
            <pc:docMk/>
            <pc:sldMk cId="2716857443" sldId="285"/>
            <ac:spMk id="6" creationId="{D2F24385-A97F-99C2-C051-46B0BE8EEA56}"/>
          </ac:spMkLst>
        </pc:spChg>
        <pc:spChg chg="mod">
          <ac:chgData name="Krupa Dalal" userId="d4791ec40d55e7ee" providerId="LiveId" clId="{E1ED0E34-1AFB-42A3-A161-79F7C18B936E}" dt="2026-04-03T14:03:58.394" v="2834" actId="1076"/>
          <ac:spMkLst>
            <pc:docMk/>
            <pc:sldMk cId="2716857443" sldId="285"/>
            <ac:spMk id="7" creationId="{769C8791-C9AE-9638-EEB9-68CC3F6460B8}"/>
          </ac:spMkLst>
        </pc:spChg>
        <pc:picChg chg="del">
          <ac:chgData name="Krupa Dalal" userId="d4791ec40d55e7ee" providerId="LiveId" clId="{E1ED0E34-1AFB-42A3-A161-79F7C18B936E}" dt="2026-04-03T14:03:12.726" v="2822" actId="478"/>
          <ac:picMkLst>
            <pc:docMk/>
            <pc:sldMk cId="2716857443" sldId="285"/>
            <ac:picMk id="8" creationId="{FB4AFFA5-0CA9-00EE-FA58-BB1C53C7179A}"/>
          </ac:picMkLst>
        </pc:picChg>
        <pc:picChg chg="add del mod">
          <ac:chgData name="Krupa Dalal" userId="d4791ec40d55e7ee" providerId="LiveId" clId="{E1ED0E34-1AFB-42A3-A161-79F7C18B936E}" dt="2026-04-03T14:12:50.633" v="2835" actId="478"/>
          <ac:picMkLst>
            <pc:docMk/>
            <pc:sldMk cId="2716857443" sldId="285"/>
            <ac:picMk id="10" creationId="{838484A3-3842-B0B2-B16A-60D23C3703D7}"/>
          </ac:picMkLst>
        </pc:picChg>
        <pc:picChg chg="del">
          <ac:chgData name="Krupa Dalal" userId="d4791ec40d55e7ee" providerId="LiveId" clId="{E1ED0E34-1AFB-42A3-A161-79F7C18B936E}" dt="2026-04-03T14:03:14.506" v="2823" actId="478"/>
          <ac:picMkLst>
            <pc:docMk/>
            <pc:sldMk cId="2716857443" sldId="285"/>
            <ac:picMk id="11" creationId="{621A105D-F907-0AFB-F9A9-C8F6EFF3EB15}"/>
          </ac:picMkLst>
        </pc:picChg>
        <pc:picChg chg="add del mod">
          <ac:chgData name="Krupa Dalal" userId="d4791ec40d55e7ee" providerId="LiveId" clId="{E1ED0E34-1AFB-42A3-A161-79F7C18B936E}" dt="2026-04-03T14:12:52.290" v="2836" actId="478"/>
          <ac:picMkLst>
            <pc:docMk/>
            <pc:sldMk cId="2716857443" sldId="285"/>
            <ac:picMk id="13" creationId="{CC97E207-9959-C603-ED32-04755D9E38A4}"/>
          </ac:picMkLst>
        </pc:picChg>
        <pc:picChg chg="add mod">
          <ac:chgData name="Krupa Dalal" userId="d4791ec40d55e7ee" providerId="LiveId" clId="{E1ED0E34-1AFB-42A3-A161-79F7C18B936E}" dt="2026-04-03T16:24:43.982" v="3307" actId="1076"/>
          <ac:picMkLst>
            <pc:docMk/>
            <pc:sldMk cId="2716857443" sldId="285"/>
            <ac:picMk id="15" creationId="{84DB20A4-20FF-D144-31F8-4481C459029F}"/>
          </ac:picMkLst>
        </pc:picChg>
        <pc:picChg chg="add mod">
          <ac:chgData name="Krupa Dalal" userId="d4791ec40d55e7ee" providerId="LiveId" clId="{E1ED0E34-1AFB-42A3-A161-79F7C18B936E}" dt="2026-04-03T14:18:10.576" v="2844" actId="1076"/>
          <ac:picMkLst>
            <pc:docMk/>
            <pc:sldMk cId="2716857443" sldId="285"/>
            <ac:picMk id="17" creationId="{509D9BBC-8019-4D5B-05BA-BB8D107E2860}"/>
          </ac:picMkLst>
        </pc:picChg>
      </pc:sldChg>
      <pc:sldChg chg="addSp delSp modSp add mod">
        <pc:chgData name="Krupa Dalal" userId="d4791ec40d55e7ee" providerId="LiveId" clId="{E1ED0E34-1AFB-42A3-A161-79F7C18B936E}" dt="2026-04-03T16:07:36.930" v="3101" actId="20577"/>
        <pc:sldMkLst>
          <pc:docMk/>
          <pc:sldMk cId="475174190" sldId="286"/>
        </pc:sldMkLst>
        <pc:spChg chg="mod">
          <ac:chgData name="Krupa Dalal" userId="d4791ec40d55e7ee" providerId="LiveId" clId="{E1ED0E34-1AFB-42A3-A161-79F7C18B936E}" dt="2026-04-03T16:07:36.930" v="3101" actId="20577"/>
          <ac:spMkLst>
            <pc:docMk/>
            <pc:sldMk cId="475174190" sldId="286"/>
            <ac:spMk id="6" creationId="{F0D73817-C4C2-3FCC-29F0-96E14CCE68FF}"/>
          </ac:spMkLst>
        </pc:spChg>
        <pc:spChg chg="del">
          <ac:chgData name="Krupa Dalal" userId="d4791ec40d55e7ee" providerId="LiveId" clId="{E1ED0E34-1AFB-42A3-A161-79F7C18B936E}" dt="2026-04-03T15:43:32.082" v="2854" actId="478"/>
          <ac:spMkLst>
            <pc:docMk/>
            <pc:sldMk cId="475174190" sldId="286"/>
            <ac:spMk id="7" creationId="{42853A54-0D8C-2CC0-29DD-1A4BD732AC7E}"/>
          </ac:spMkLst>
        </pc:spChg>
        <pc:spChg chg="add mod">
          <ac:chgData name="Krupa Dalal" userId="d4791ec40d55e7ee" providerId="LiveId" clId="{E1ED0E34-1AFB-42A3-A161-79F7C18B936E}" dt="2026-04-03T15:52:11.657" v="2904" actId="14100"/>
          <ac:spMkLst>
            <pc:docMk/>
            <pc:sldMk cId="475174190" sldId="286"/>
            <ac:spMk id="14" creationId="{2FB24B08-6489-E159-6CD4-0DE28F13F9A6}"/>
          </ac:spMkLst>
        </pc:spChg>
        <pc:picChg chg="del">
          <ac:chgData name="Krupa Dalal" userId="d4791ec40d55e7ee" providerId="LiveId" clId="{E1ED0E34-1AFB-42A3-A161-79F7C18B936E}" dt="2026-04-03T15:43:27.966" v="2852" actId="478"/>
          <ac:picMkLst>
            <pc:docMk/>
            <pc:sldMk cId="475174190" sldId="286"/>
            <ac:picMk id="9" creationId="{9B1EEC69-0886-1C53-8D41-E86986AA521A}"/>
          </ac:picMkLst>
        </pc:picChg>
        <pc:picChg chg="add mod">
          <ac:chgData name="Krupa Dalal" userId="d4791ec40d55e7ee" providerId="LiveId" clId="{E1ED0E34-1AFB-42A3-A161-79F7C18B936E}" dt="2026-04-03T15:52:45.139" v="2927" actId="1076"/>
          <ac:picMkLst>
            <pc:docMk/>
            <pc:sldMk cId="475174190" sldId="286"/>
            <ac:picMk id="10" creationId="{582432F2-274C-81A5-D8A0-3C6EECEE4E97}"/>
          </ac:picMkLst>
        </pc:picChg>
        <pc:picChg chg="del">
          <ac:chgData name="Krupa Dalal" userId="d4791ec40d55e7ee" providerId="LiveId" clId="{E1ED0E34-1AFB-42A3-A161-79F7C18B936E}" dt="2026-04-03T15:43:29.949" v="2853" actId="478"/>
          <ac:picMkLst>
            <pc:docMk/>
            <pc:sldMk cId="475174190" sldId="286"/>
            <ac:picMk id="11" creationId="{5B69E08E-E892-6A17-1864-C249530CA3FB}"/>
          </ac:picMkLst>
        </pc:picChg>
        <pc:picChg chg="add mod">
          <ac:chgData name="Krupa Dalal" userId="d4791ec40d55e7ee" providerId="LiveId" clId="{E1ED0E34-1AFB-42A3-A161-79F7C18B936E}" dt="2026-04-03T15:52:42.822" v="2926" actId="1076"/>
          <ac:picMkLst>
            <pc:docMk/>
            <pc:sldMk cId="475174190" sldId="286"/>
            <ac:picMk id="13" creationId="{5EA0741F-9968-87C0-6FBB-D29F4462D9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5181600"/>
            <a:ext cx="5943600" cy="51435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0"/>
                </a:moveTo>
                <a:lnTo>
                  <a:pt x="5448300" y="0"/>
                </a:lnTo>
                <a:lnTo>
                  <a:pt x="5448300" y="5448300"/>
                </a:lnTo>
                <a:lnTo>
                  <a:pt x="0" y="544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915900" y="-10886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5448300"/>
                </a:moveTo>
                <a:lnTo>
                  <a:pt x="0" y="5448300"/>
                </a:lnTo>
                <a:lnTo>
                  <a:pt x="0" y="0"/>
                </a:lnTo>
                <a:lnTo>
                  <a:pt x="5448300" y="0"/>
                </a:lnTo>
                <a:lnTo>
                  <a:pt x="544830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102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408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893376" y="6693790"/>
            <a:ext cx="8468585" cy="878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3"/>
              </a:lnSpc>
            </a:pPr>
            <a:r>
              <a:rPr lang="en-US" sz="4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oper Black" panose="0208090404030B020404" pitchFamily="18" charset="0"/>
                <a:ea typeface="DM Sans"/>
                <a:cs typeface="DM Sans"/>
                <a:sym typeface="DM Sans"/>
              </a:rPr>
              <a:t>By KRUPA DALAL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70971" y="1709737"/>
            <a:ext cx="13346055" cy="381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21"/>
              </a:lnSpc>
            </a:pPr>
            <a:r>
              <a:rPr lang="en-US" sz="11086" b="1" spc="-300" dirty="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FLIPKART SALES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83608-C120-9E47-2647-F641AA1364BE}"/>
              </a:ext>
            </a:extLst>
          </p:cNvPr>
          <p:cNvSpPr txBox="1"/>
          <p:nvPr/>
        </p:nvSpPr>
        <p:spPr>
          <a:xfrm>
            <a:off x="4381498" y="5641491"/>
            <a:ext cx="952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Bahnschrift" panose="020B0502040204020203" pitchFamily="34" charset="0"/>
              </a:rPr>
              <a:t>USING MYSQL WORKBENCH</a:t>
            </a:r>
            <a:endParaRPr lang="en-IN" sz="3600" dirty="0">
              <a:solidFill>
                <a:schemeClr val="accent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1026" name="Picture 2" descr="flipkart logo png PNG &amp; clipart images | Citypng">
            <a:extLst>
              <a:ext uri="{FF2B5EF4-FFF2-40B4-BE49-F238E27FC236}">
                <a16:creationId xmlns:a16="http://schemas.microsoft.com/office/drawing/2014/main" id="{BC03A5CF-2BA3-0852-03BE-F7667A893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5371498"/>
            <a:ext cx="4648802" cy="464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283970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69671" y="974429"/>
            <a:ext cx="13716000" cy="3121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9060" b="1" u="sng" dirty="0">
                <a:solidFill>
                  <a:srgbClr val="002B58"/>
                </a:solidFill>
                <a:latin typeface="Rockwell Extra Bold" panose="02060903040505020403" pitchFamily="18" charset="0"/>
                <a:ea typeface="Readex Pro Semi-Bold"/>
                <a:cs typeface="Readex Pro Semi-Bold"/>
                <a:sym typeface="Readex Pro Semi-Bold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F32F9-311C-0431-94E5-7F25DC085114}"/>
              </a:ext>
            </a:extLst>
          </p:cNvPr>
          <p:cNvSpPr txBox="1"/>
          <p:nvPr/>
        </p:nvSpPr>
        <p:spPr>
          <a:xfrm>
            <a:off x="1847850" y="4838700"/>
            <a:ext cx="13716000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4800" dirty="0">
                <a:latin typeface="Bell MT" panose="02020503060305020303" pitchFamily="18" charset="0"/>
              </a:rPr>
              <a:t>The objective of this project is to analyze large-scale e-commerce data (100K+ records) from Flipkart to uncover meaningful insights about customer behavior, product performance, and order trends.</a:t>
            </a:r>
            <a:endParaRPr lang="en-IN" sz="48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9724BC-52FE-CEFA-0586-26AA87BB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55E89C-BF12-7924-42CB-023D21231897}"/>
              </a:ext>
            </a:extLst>
          </p:cNvPr>
          <p:cNvSpPr/>
          <p:nvPr/>
        </p:nvSpPr>
        <p:spPr>
          <a:xfrm flipV="1">
            <a:off x="0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B399A0D-AB19-F2C3-7340-72C8E3F7938C}"/>
              </a:ext>
            </a:extLst>
          </p:cNvPr>
          <p:cNvSpPr/>
          <p:nvPr/>
        </p:nvSpPr>
        <p:spPr>
          <a:xfrm flipH="1">
            <a:off x="1283970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9B982C4-1BB1-1D08-774D-7B78EA7658B0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4F9AE45-D914-58B3-E348-1685020F8C8F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738BD1E-317D-971F-191E-90D9602A41E1}"/>
              </a:ext>
            </a:extLst>
          </p:cNvPr>
          <p:cNvSpPr txBox="1"/>
          <p:nvPr/>
        </p:nvSpPr>
        <p:spPr>
          <a:xfrm>
            <a:off x="3690340" y="1744732"/>
            <a:ext cx="12616460" cy="1500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9060" b="1" dirty="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DATASET CONTAINS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8B786457-4806-6512-0689-514C6AC5E23B}"/>
              </a:ext>
            </a:extLst>
          </p:cNvPr>
          <p:cNvSpPr/>
          <p:nvPr/>
        </p:nvSpPr>
        <p:spPr>
          <a:xfrm>
            <a:off x="2286000" y="7789720"/>
            <a:ext cx="4419600" cy="1314450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  <a:t>100K ROWS</a:t>
            </a:r>
            <a:endParaRPr lang="en-IN" sz="4400" dirty="0">
              <a:solidFill>
                <a:schemeClr val="tx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226FD061-1C1E-02AB-3212-3DC98358F33C}"/>
              </a:ext>
            </a:extLst>
          </p:cNvPr>
          <p:cNvSpPr/>
          <p:nvPr/>
        </p:nvSpPr>
        <p:spPr>
          <a:xfrm>
            <a:off x="7586738" y="7789720"/>
            <a:ext cx="4990495" cy="1314450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  <a:t>14 COLUMNS</a:t>
            </a:r>
            <a:endParaRPr lang="en-IN" sz="4400" dirty="0">
              <a:solidFill>
                <a:schemeClr val="tx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182665-3AA4-A053-E5DF-F89203CD2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556" y="3655870"/>
            <a:ext cx="16090887" cy="362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42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42DE4F-74DC-8C77-BFE9-91353F991469}"/>
              </a:ext>
            </a:extLst>
          </p:cNvPr>
          <p:cNvSpPr txBox="1"/>
          <p:nvPr/>
        </p:nvSpPr>
        <p:spPr>
          <a:xfrm>
            <a:off x="3690340" y="1744732"/>
            <a:ext cx="12616460" cy="1500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9060" b="1" dirty="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TABLES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5BF3E3-DEE8-F65C-965A-F934FB9BF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560" y="3756980"/>
            <a:ext cx="4674095" cy="3284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F09023-450E-39FC-FAAE-1203E7FF9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4206" y="3756980"/>
            <a:ext cx="4365318" cy="32849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5F1A4B-4FEE-477C-737A-A1025E1F35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4242" y="3756980"/>
            <a:ext cx="5395377" cy="3284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DD00B-E904-09EA-54DF-E53213AD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5E3892-89FB-E0DF-309E-0B86F8DE7F6B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46C0A9-3DE1-8260-9646-478C7C863AE5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C5F9A3D-BBF5-DEBC-46B0-56185849C6AF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C37EF1F-BAC8-284B-EF7F-B77EFD538D6D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694AE-3F50-965D-CE68-F5F4A37FBBC4}"/>
              </a:ext>
            </a:extLst>
          </p:cNvPr>
          <p:cNvSpPr txBox="1"/>
          <p:nvPr/>
        </p:nvSpPr>
        <p:spPr>
          <a:xfrm>
            <a:off x="3690340" y="1744732"/>
            <a:ext cx="12616460" cy="1500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9060" b="1" dirty="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CUSTOMERS TABLE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2F944D-B4BA-1D0C-88BE-CD2444EEE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085" y="3640628"/>
            <a:ext cx="8883090" cy="3831662"/>
          </a:xfrm>
          <a:prstGeom prst="rect">
            <a:avLst/>
          </a:prstGeom>
        </p:spPr>
      </p:pic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8111E1DD-0207-67BF-2C1A-0798BD10C5AA}"/>
              </a:ext>
            </a:extLst>
          </p:cNvPr>
          <p:cNvSpPr/>
          <p:nvPr/>
        </p:nvSpPr>
        <p:spPr>
          <a:xfrm>
            <a:off x="7619999" y="7835182"/>
            <a:ext cx="4931927" cy="1314450"/>
          </a:xfrm>
          <a:prstGeom prst="round2Diag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  <a:t>100K Customers</a:t>
            </a:r>
            <a:endParaRPr lang="en-IN" sz="4400" dirty="0">
              <a:solidFill>
                <a:schemeClr val="tx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F55331-EF70-EFDE-A2ED-99A4BDC37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9926" y="3662399"/>
            <a:ext cx="5037589" cy="575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49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3B3FF-1F5A-463E-3B65-0EBFEF331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D0CA29-F68B-4C45-6C3F-041E5E5C1A7C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3AAAC0A-3852-EC47-8EEC-14387E7BFD55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EB111E2-0C3C-627B-B497-595DC51030D0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D85605A-D7D1-D32A-DB31-3B213B07209A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6060D-2F13-9979-5C24-A17D9E5B31E4}"/>
              </a:ext>
            </a:extLst>
          </p:cNvPr>
          <p:cNvSpPr txBox="1"/>
          <p:nvPr/>
        </p:nvSpPr>
        <p:spPr>
          <a:xfrm>
            <a:off x="3690340" y="1744732"/>
            <a:ext cx="12616460" cy="1500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9060" b="1" dirty="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PRODUCTS TABLE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F70DAF-B63C-1C07-B1F5-DF0F07745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511" y="3445160"/>
            <a:ext cx="7969497" cy="42891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EE01B8-1B50-1B9F-BCD7-E19287614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445160"/>
            <a:ext cx="5715000" cy="5451706"/>
          </a:xfrm>
          <a:prstGeom prst="rect">
            <a:avLst/>
          </a:prstGeom>
        </p:spPr>
      </p:pic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F6476DBF-E062-14E8-5B00-5FCEDDB4A1AB}"/>
              </a:ext>
            </a:extLst>
          </p:cNvPr>
          <p:cNvSpPr/>
          <p:nvPr/>
        </p:nvSpPr>
        <p:spPr>
          <a:xfrm>
            <a:off x="7957098" y="7934380"/>
            <a:ext cx="4439802" cy="1323919"/>
          </a:xfrm>
          <a:prstGeom prst="round2Diag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  <a:t>12 Products</a:t>
            </a:r>
            <a:endParaRPr lang="en-IN" sz="4400" dirty="0">
              <a:solidFill>
                <a:schemeClr val="tx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501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063F8-856D-7073-E4B5-AD85C693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CEC45B-3C4C-F255-BF9B-61CE74C8F76C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66617E4-F746-13B3-D514-428C70190155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5909E95-A768-DB4B-7F8E-89AFFCA94071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45EC47B-6085-3FA4-0383-9A8C8FBE49BF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12E41-3F2A-5615-1B72-A544DB884F4A}"/>
              </a:ext>
            </a:extLst>
          </p:cNvPr>
          <p:cNvSpPr txBox="1"/>
          <p:nvPr/>
        </p:nvSpPr>
        <p:spPr>
          <a:xfrm>
            <a:off x="3657600" y="1115649"/>
            <a:ext cx="12616460" cy="1500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9060" b="1" dirty="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ORDERS TABLE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5A650E-F2BC-7AA3-AE4E-6DA8E52CA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941" y="2933700"/>
            <a:ext cx="4305300" cy="6586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586A49-7B16-A3E1-A4F5-9B482BC42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319" y="2928257"/>
            <a:ext cx="9403669" cy="4348843"/>
          </a:xfrm>
          <a:prstGeom prst="rect">
            <a:avLst/>
          </a:prstGeom>
        </p:spPr>
      </p:pic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101B4CA0-A8AD-2AFC-CB3A-FACCC00CF3C8}"/>
              </a:ext>
            </a:extLst>
          </p:cNvPr>
          <p:cNvSpPr/>
          <p:nvPr/>
        </p:nvSpPr>
        <p:spPr>
          <a:xfrm>
            <a:off x="6781800" y="7589361"/>
            <a:ext cx="4439802" cy="1323919"/>
          </a:xfrm>
          <a:prstGeom prst="round2Diag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  <a:t>100k Orders</a:t>
            </a:r>
            <a:endParaRPr lang="en-IN" sz="4400" dirty="0">
              <a:solidFill>
                <a:schemeClr val="tx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317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D634B-E02C-D8F6-1858-F90C2EC1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4CDC1D-3056-23FC-A5AE-40BB012F8709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0487358-8753-3102-366C-9516C02DF57C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B12D115-9787-D39C-DE84-33957EB311C0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107F246-830B-E96A-5439-5C4B2A904EA0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45496-541E-33F6-9978-F8F78AC3A05B}"/>
              </a:ext>
            </a:extLst>
          </p:cNvPr>
          <p:cNvSpPr txBox="1"/>
          <p:nvPr/>
        </p:nvSpPr>
        <p:spPr>
          <a:xfrm>
            <a:off x="2714242" y="1709737"/>
            <a:ext cx="13911860" cy="1492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9060" b="1" dirty="0">
                <a:solidFill>
                  <a:srgbClr val="002B58"/>
                </a:solidFill>
                <a:latin typeface="Rockwell Extra Bold" panose="02060903040505020403" pitchFamily="18" charset="0"/>
                <a:ea typeface="Readex Pro Semi-Bold"/>
                <a:cs typeface="Readex Pro Semi-Bold"/>
                <a:sym typeface="Readex Pro Semi-Bold"/>
              </a:rPr>
              <a:t>Customers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EBDFFE-4538-F71D-819F-2E71E8821EB1}"/>
              </a:ext>
            </a:extLst>
          </p:cNvPr>
          <p:cNvSpPr txBox="1"/>
          <p:nvPr/>
        </p:nvSpPr>
        <p:spPr>
          <a:xfrm>
            <a:off x="3962400" y="4305300"/>
            <a:ext cx="11430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4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Customer Segmentation (Age-wise)</a:t>
            </a:r>
          </a:p>
          <a:p>
            <a:pPr marL="342900" indent="-342900">
              <a:buAutoNum type="arabicPeriod"/>
            </a:pPr>
            <a:r>
              <a:rPr lang="en-IN" sz="4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Top Customers (Revenue-wise)</a:t>
            </a:r>
          </a:p>
          <a:p>
            <a:pPr marL="342900" indent="-342900">
              <a:buAutoNum type="arabicPeriod"/>
            </a:pPr>
            <a:r>
              <a:rPr lang="en-IN" sz="4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City-wise High-Value Customers</a:t>
            </a:r>
          </a:p>
          <a:p>
            <a:pPr marL="342900" indent="-342900">
              <a:buAutoNum type="arabicPeriod"/>
            </a:pPr>
            <a:r>
              <a:rPr lang="en-IN" sz="4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Total Orders by email domain with Revenue</a:t>
            </a:r>
          </a:p>
          <a:p>
            <a:endParaRPr lang="en-IN" sz="4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209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10A3E-4464-6DA0-5779-DEE1C2CFD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66B205-CF7F-ADB8-859C-2B78E135367B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95715C8-4CAA-991F-6377-F90A8DAFCE48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E00C0A5-7C41-4071-4987-459636E5E129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FD3C061-AF71-5C61-D1C4-39B4E717A5AE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3A724A-3F37-7484-8810-B05857986602}"/>
              </a:ext>
            </a:extLst>
          </p:cNvPr>
          <p:cNvSpPr txBox="1"/>
          <p:nvPr/>
        </p:nvSpPr>
        <p:spPr>
          <a:xfrm>
            <a:off x="2714242" y="1135582"/>
            <a:ext cx="139118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Customer Segmentation</a:t>
            </a:r>
            <a:r>
              <a:rPr lang="en-US" sz="54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(Age-Wise)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1BAF35-CBB8-03AF-F65A-2DBEE00B8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5180" y="3849413"/>
            <a:ext cx="5167681" cy="19279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7723BA-57F0-17CF-C9C0-BE3564710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912" y="3854856"/>
            <a:ext cx="10028551" cy="4507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9A5A48-1AC8-7047-639F-7DF6F2C61D57}"/>
              </a:ext>
            </a:extLst>
          </p:cNvPr>
          <p:cNvSpPr txBox="1"/>
          <p:nvPr/>
        </p:nvSpPr>
        <p:spPr>
          <a:xfrm>
            <a:off x="5257800" y="8828779"/>
            <a:ext cx="8612575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MOST CUSTOMERS ARE FROM AGE GROUP (36-45)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4A4A13-09F7-3369-589D-BE98EF3D6BF9}"/>
              </a:ext>
            </a:extLst>
          </p:cNvPr>
          <p:cNvSpPr txBox="1"/>
          <p:nvPr/>
        </p:nvSpPr>
        <p:spPr>
          <a:xfrm>
            <a:off x="4710047" y="2032614"/>
            <a:ext cx="9160328" cy="1483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4400" b="1" i="1" dirty="0">
                <a:solidFill>
                  <a:srgbClr val="002B58"/>
                </a:solidFill>
                <a:latin typeface="Rockwell" panose="02060603020205020403" pitchFamily="18" charset="0"/>
                <a:ea typeface="Readex Pro Semi-Bold"/>
                <a:cs typeface="Readex Pro Semi-Bold"/>
                <a:sym typeface="Readex Pro Semi-Bold"/>
              </a:rPr>
              <a:t>String function (CASE WHEN)</a:t>
            </a:r>
            <a:endParaRPr lang="en-US" sz="2800" b="1" i="1" dirty="0">
              <a:solidFill>
                <a:srgbClr val="002B58"/>
              </a:solidFill>
              <a:latin typeface="Rockwell" panose="020606030202050204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052776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D26FA1-5B69-8033-832C-0C4506A1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7AFCD8-14EC-0C6D-AF80-615E1612F651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1DF5BDD-20A9-1692-3B98-0111F4349878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4D3A3B0-B9F5-9FA2-0328-3961AAEE9FDA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0300AB4-3B41-AA44-1A9C-B8D62F6C8F80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2998F-C43D-F19F-A53F-50366158B387}"/>
              </a:ext>
            </a:extLst>
          </p:cNvPr>
          <p:cNvSpPr txBox="1"/>
          <p:nvPr/>
        </p:nvSpPr>
        <p:spPr>
          <a:xfrm>
            <a:off x="3407573" y="803879"/>
            <a:ext cx="133022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Top 10 Customers </a:t>
            </a:r>
            <a:r>
              <a:rPr lang="en-US" sz="6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(Spending-Wise)</a:t>
            </a:r>
            <a:endParaRPr lang="en-US" sz="80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4FB52-1B2D-7998-03B2-F55BD75081C9}"/>
              </a:ext>
            </a:extLst>
          </p:cNvPr>
          <p:cNvSpPr txBox="1"/>
          <p:nvPr/>
        </p:nvSpPr>
        <p:spPr>
          <a:xfrm>
            <a:off x="2797973" y="1641545"/>
            <a:ext cx="13911860" cy="1383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4400" b="1" i="1" dirty="0">
                <a:solidFill>
                  <a:srgbClr val="002B58"/>
                </a:solidFill>
                <a:latin typeface="Rockwell" panose="02060603020205020403" pitchFamily="18" charset="0"/>
                <a:ea typeface="Readex Pro Semi-Bold"/>
                <a:cs typeface="Readex Pro Semi-Bold"/>
                <a:sym typeface="Readex Pro Semi-Bold"/>
              </a:rPr>
              <a:t>Using (JOINS)</a:t>
            </a:r>
            <a:endParaRPr lang="en-US" sz="2800" b="1" i="1" dirty="0">
              <a:solidFill>
                <a:srgbClr val="002B58"/>
              </a:solidFill>
              <a:latin typeface="Rockwell" panose="020606030202050204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AA3670-811F-7FF1-CA81-3259B3F8D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1223" y="3641204"/>
            <a:ext cx="5820932" cy="4092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DAB128-F3BD-1ECC-5044-BAEE6C3F44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3641204"/>
            <a:ext cx="7596205" cy="409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876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8CEDA-99DC-1923-8A07-4B0C20A1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E745BB-2A87-11A2-5D22-5B07B179F98D}"/>
              </a:ext>
            </a:extLst>
          </p:cNvPr>
          <p:cNvSpPr/>
          <p:nvPr/>
        </p:nvSpPr>
        <p:spPr>
          <a:xfrm flipV="1">
            <a:off x="-9908" y="-381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3F710BC-926E-111F-450F-11957F6F3807}"/>
              </a:ext>
            </a:extLst>
          </p:cNvPr>
          <p:cNvSpPr/>
          <p:nvPr/>
        </p:nvSpPr>
        <p:spPr>
          <a:xfrm flipH="1">
            <a:off x="12849610" y="48768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0B11A9B-EB74-8C80-553E-B7DBD990346A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52D4B72-98EF-409B-7C23-D89A9D8A809F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18DDC-2406-9278-D49E-0C633507FEF6}"/>
              </a:ext>
            </a:extLst>
          </p:cNvPr>
          <p:cNvSpPr txBox="1"/>
          <p:nvPr/>
        </p:nvSpPr>
        <p:spPr>
          <a:xfrm>
            <a:off x="3581400" y="753588"/>
            <a:ext cx="126164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City-wise Order Count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C75D02-51C4-FA54-82FD-B260AC713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3477677"/>
            <a:ext cx="4724400" cy="41287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C38425-1093-9504-3960-E3336B58E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3527484"/>
            <a:ext cx="7506802" cy="36045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6782A9-88AF-5A2E-8208-B7C683F2ECC6}"/>
              </a:ext>
            </a:extLst>
          </p:cNvPr>
          <p:cNvSpPr txBox="1"/>
          <p:nvPr/>
        </p:nvSpPr>
        <p:spPr>
          <a:xfrm>
            <a:off x="5181715" y="7966047"/>
            <a:ext cx="6019686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HIGHEST ORDERS ARE FROM DELHI 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A95F59-926E-6203-5C29-B26546F99DF5}"/>
              </a:ext>
            </a:extLst>
          </p:cNvPr>
          <p:cNvSpPr txBox="1"/>
          <p:nvPr/>
        </p:nvSpPr>
        <p:spPr>
          <a:xfrm>
            <a:off x="2797973" y="1641545"/>
            <a:ext cx="13911860" cy="1383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4400" b="1" i="1" dirty="0">
                <a:solidFill>
                  <a:srgbClr val="002B58"/>
                </a:solidFill>
                <a:latin typeface="Rockwell" panose="02060603020205020403" pitchFamily="18" charset="0"/>
                <a:ea typeface="Readex Pro Semi-Bold"/>
                <a:cs typeface="Readex Pro Semi-Bold"/>
                <a:sym typeface="Readex Pro Semi-Bold"/>
              </a:rPr>
              <a:t>Using (JOINS)</a:t>
            </a:r>
            <a:endParaRPr lang="en-US" sz="2800" b="1" i="1" dirty="0">
              <a:solidFill>
                <a:srgbClr val="002B58"/>
              </a:solidFill>
              <a:latin typeface="Rockwell" panose="020606030202050204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48846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0A78C-4B9D-D0C0-33C6-7A83355B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C5308E-00F3-D892-C79B-A4E725F7A922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B6C8D76-DB1E-3B0C-0727-9EEF5481271D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D811750-D496-06FF-3715-06CF2CC7140D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211CB3E-3E77-22B8-EF10-35B9DC4850AF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B36F8-305A-E2AD-E606-7238D150BDAC}"/>
              </a:ext>
            </a:extLst>
          </p:cNvPr>
          <p:cNvSpPr txBox="1"/>
          <p:nvPr/>
        </p:nvSpPr>
        <p:spPr>
          <a:xfrm>
            <a:off x="3810000" y="668789"/>
            <a:ext cx="126164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Total orders by Email domain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9E674-2793-07B0-DA97-CD3C49C4AF0B}"/>
              </a:ext>
            </a:extLst>
          </p:cNvPr>
          <p:cNvSpPr txBox="1"/>
          <p:nvPr/>
        </p:nvSpPr>
        <p:spPr>
          <a:xfrm>
            <a:off x="4837712" y="8361504"/>
            <a:ext cx="7735287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MOST ORDERS ARE FROM DOMAIN YAHOO.COM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BD5E07-0515-E006-19AC-5CF48500E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3703231"/>
            <a:ext cx="8256519" cy="34901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524203-BC8C-381D-DDB8-13E42B8F4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9608" y="3703231"/>
            <a:ext cx="4905052" cy="22022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8B0C43-ABCD-2CFB-8F04-FCD5B230D539}"/>
              </a:ext>
            </a:extLst>
          </p:cNvPr>
          <p:cNvSpPr txBox="1"/>
          <p:nvPr/>
        </p:nvSpPr>
        <p:spPr>
          <a:xfrm>
            <a:off x="2797973" y="1641545"/>
            <a:ext cx="13911860" cy="1383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4400" b="1" i="1" dirty="0">
                <a:solidFill>
                  <a:srgbClr val="002B58"/>
                </a:solidFill>
                <a:latin typeface="Rockwell" panose="02060603020205020403" pitchFamily="18" charset="0"/>
                <a:ea typeface="Readex Pro Semi-Bold"/>
                <a:cs typeface="Readex Pro Semi-Bold"/>
                <a:sym typeface="Readex Pro Semi-Bold"/>
              </a:rPr>
              <a:t>Using (</a:t>
            </a:r>
            <a:r>
              <a:rPr lang="en-US" sz="4400" b="1" i="1" dirty="0" err="1">
                <a:solidFill>
                  <a:srgbClr val="002B58"/>
                </a:solidFill>
                <a:latin typeface="Rockwell" panose="02060603020205020403" pitchFamily="18" charset="0"/>
                <a:ea typeface="Readex Pro Semi-Bold"/>
                <a:cs typeface="Readex Pro Semi-Bold"/>
                <a:sym typeface="Readex Pro Semi-Bold"/>
              </a:rPr>
              <a:t>Substring_index</a:t>
            </a:r>
            <a:r>
              <a:rPr lang="en-US" sz="4400" b="1" i="1" dirty="0">
                <a:solidFill>
                  <a:srgbClr val="002B58"/>
                </a:solidFill>
                <a:latin typeface="Rockwell" panose="02060603020205020403" pitchFamily="18" charset="0"/>
                <a:ea typeface="Readex Pro Semi-Bold"/>
                <a:cs typeface="Readex Pro Semi-Bold"/>
                <a:sym typeface="Readex Pro Semi-Bold"/>
              </a:rPr>
              <a:t>)</a:t>
            </a:r>
            <a:endParaRPr lang="en-US" sz="2800" b="1" i="1" dirty="0">
              <a:solidFill>
                <a:srgbClr val="002B58"/>
              </a:solidFill>
              <a:latin typeface="Rockwell" panose="020606030202050204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4178986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2C17D-16D3-5815-2A1A-45052044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26E492-0937-FC62-3259-ECA9EAD9C251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B9A16B9-F530-BD23-10B3-EE14F7323324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D9D5F6F-30E6-41B8-9E29-B3FC7CB659D0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5189F01-5A67-7118-4649-70A3F9D538C4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49FEC-57DB-0EAF-6FE6-8744BD48A79D}"/>
              </a:ext>
            </a:extLst>
          </p:cNvPr>
          <p:cNvSpPr txBox="1"/>
          <p:nvPr/>
        </p:nvSpPr>
        <p:spPr>
          <a:xfrm>
            <a:off x="2714242" y="1709737"/>
            <a:ext cx="13911860" cy="1492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9060" b="1" dirty="0">
                <a:solidFill>
                  <a:srgbClr val="002B58"/>
                </a:solidFill>
                <a:latin typeface="Rockwell Extra Bold" panose="02060903040505020403" pitchFamily="18" charset="0"/>
                <a:ea typeface="Readex Pro Semi-Bold"/>
                <a:cs typeface="Readex Pro Semi-Bold"/>
                <a:sym typeface="Readex Pro Semi-Bold"/>
              </a:rPr>
              <a:t>Products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B1E85F-8B83-D637-473B-7967FE2097E7}"/>
              </a:ext>
            </a:extLst>
          </p:cNvPr>
          <p:cNvSpPr txBox="1"/>
          <p:nvPr/>
        </p:nvSpPr>
        <p:spPr>
          <a:xfrm>
            <a:off x="3962400" y="4305300"/>
            <a:ext cx="11430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Sales by Product Category</a:t>
            </a:r>
          </a:p>
          <a:p>
            <a:pPr marL="742950" indent="-742950">
              <a:buAutoNum type="arabicPeriod"/>
            </a:pPr>
            <a:r>
              <a:rPr lang="en-US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Top Selling Products</a:t>
            </a:r>
          </a:p>
          <a:p>
            <a:pPr marL="742950" indent="-742950">
              <a:buAutoNum type="arabicPeriod"/>
            </a:pPr>
            <a:r>
              <a:rPr lang="en-US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Most Sold Product Category</a:t>
            </a:r>
          </a:p>
          <a:p>
            <a:pPr marL="742950" indent="-742950">
              <a:buAutoNum type="arabicPeriod"/>
            </a:pPr>
            <a:r>
              <a:rPr lang="en-US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Top 6 Most Cancelled Products</a:t>
            </a:r>
          </a:p>
          <a:p>
            <a:pPr marL="742950" indent="-742950">
              <a:buAutoNum type="arabicPeriod"/>
            </a:pPr>
            <a:r>
              <a:rPr lang="en-US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Products ‘In Transit’</a:t>
            </a:r>
          </a:p>
          <a:p>
            <a:pPr marL="742950" indent="-742950">
              <a:buAutoNum type="arabicPeriod"/>
            </a:pPr>
            <a:endParaRPr lang="en-US" sz="4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742950" indent="-742950">
              <a:buAutoNum type="arabicPeriod"/>
            </a:pPr>
            <a:endParaRPr lang="en-US" sz="4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742950" indent="-742950">
              <a:buAutoNum type="arabicPeriod"/>
            </a:pPr>
            <a:endParaRPr lang="en-IN" sz="4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662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B8C6C3-1C43-FAFF-06C8-1A526BF0A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821DCE-558E-376F-1F75-FDBE3E4F6730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48D67AB-702E-1008-E115-16C124AEB5FF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031CB08-63EF-1C88-6C9D-ACE1B080C2D9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FF66E9F-E508-D4F6-F975-07CBBC26EE83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15050-C22B-3C3F-4951-6DAF8856AF33}"/>
              </a:ext>
            </a:extLst>
          </p:cNvPr>
          <p:cNvSpPr txBox="1"/>
          <p:nvPr/>
        </p:nvSpPr>
        <p:spPr>
          <a:xfrm>
            <a:off x="3810000" y="668789"/>
            <a:ext cx="126164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Sales by Product Category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3CA8CF-002C-EF95-4BB5-472465AA6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577" y="2976471"/>
            <a:ext cx="6517627" cy="43340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4CB49F-5802-76B8-EC7B-6FAA9CB7E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5148" y="2958542"/>
            <a:ext cx="4797992" cy="50043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F30C46-FE8A-ED42-4401-00DE84718BB8}"/>
              </a:ext>
            </a:extLst>
          </p:cNvPr>
          <p:cNvSpPr txBox="1"/>
          <p:nvPr/>
        </p:nvSpPr>
        <p:spPr>
          <a:xfrm>
            <a:off x="3657600" y="8403000"/>
            <a:ext cx="9345891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HIGHEST SALES ARE GENERATED FROM SMARTPHONES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220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E59D6-284B-06DA-A44B-B3E72032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F3AA6D-00D0-F023-44DA-B78843DEF451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C14747B-16F2-83A8-BF9B-B2DAFDFB4C97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D867F9A-4BAD-F880-50FC-61D7D91D1872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4CE8417-CBFF-3B67-5FA9-CBCBA4474D99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73817-C4C2-3FCC-29F0-96E14CCE68FF}"/>
              </a:ext>
            </a:extLst>
          </p:cNvPr>
          <p:cNvSpPr txBox="1"/>
          <p:nvPr/>
        </p:nvSpPr>
        <p:spPr>
          <a:xfrm>
            <a:off x="3494754" y="850748"/>
            <a:ext cx="12616460" cy="2981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Most Expensive Product</a:t>
            </a:r>
          </a:p>
          <a:p>
            <a:pPr algn="ctr">
              <a:lnSpc>
                <a:spcPts val="12685"/>
              </a:lnSpc>
            </a:pPr>
            <a:r>
              <a:rPr lang="en-US" sz="4400" b="1" i="1" dirty="0">
                <a:solidFill>
                  <a:srgbClr val="002B58"/>
                </a:solidFill>
                <a:latin typeface="Rockwell" panose="02060603020205020403" pitchFamily="18" charset="0"/>
                <a:cs typeface="Readex Pro Semi-Bold"/>
                <a:sym typeface="Readex Pro Semi-Bold"/>
              </a:rPr>
              <a:t>Using Subqueries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2432F2-274C-81A5-D8A0-3C6EECEE4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413" y="4859412"/>
            <a:ext cx="6510015" cy="1676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A0741F-9968-87C0-6FBB-D29F4462D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5873" y="4511376"/>
            <a:ext cx="7503555" cy="28792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B24B08-6489-E159-6CD4-0DE28F13F9A6}"/>
              </a:ext>
            </a:extLst>
          </p:cNvPr>
          <p:cNvSpPr txBox="1"/>
          <p:nvPr/>
        </p:nvSpPr>
        <p:spPr>
          <a:xfrm>
            <a:off x="2895600" y="7981286"/>
            <a:ext cx="8229600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APPLE IPHONE 16 IS MOST EXPENSIVE PRODUCT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174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5D115-89F4-8DFC-97B2-D79B6F2FB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4A0009-ACDB-E03B-56F6-32E1587A1AAF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867DBF2-BECA-7EC1-2E97-244301961ADE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A9860A2-16BF-9B53-4772-25C84E5C65FF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9AAF1-4BB5-DD0F-D684-0DD990128189}"/>
              </a:ext>
            </a:extLst>
          </p:cNvPr>
          <p:cNvSpPr txBox="1"/>
          <p:nvPr/>
        </p:nvSpPr>
        <p:spPr>
          <a:xfrm>
            <a:off x="3810000" y="668789"/>
            <a:ext cx="126164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Top Selling Products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B1FC4A-F640-4546-B260-756CA2A71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144" y="3591295"/>
            <a:ext cx="7028308" cy="37140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B602BF-1133-0B84-F95C-AEFDC3F68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2910386"/>
            <a:ext cx="7028308" cy="5448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059048-154A-E8A7-7CCB-97024EC67C27}"/>
              </a:ext>
            </a:extLst>
          </p:cNvPr>
          <p:cNvSpPr txBox="1"/>
          <p:nvPr/>
        </p:nvSpPr>
        <p:spPr>
          <a:xfrm>
            <a:off x="2570981" y="8766337"/>
            <a:ext cx="7106419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APPLE IPHONE 16 IS MOST SOLD PRODUCT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419AC10-F14F-2477-A031-BD18C8CDC2DD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71023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B3E978-0BCF-41F7-15A5-85D5CCE4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07CF82-A995-1B26-B84F-A54B06C2D060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1AD0A7F-5825-303D-FEEE-C984BF9A2D0C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26F4771-1BB3-77A9-A936-8D4CF3F9C395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A93E4-1568-E087-017E-A0CBDA8F53C7}"/>
              </a:ext>
            </a:extLst>
          </p:cNvPr>
          <p:cNvSpPr txBox="1"/>
          <p:nvPr/>
        </p:nvSpPr>
        <p:spPr>
          <a:xfrm>
            <a:off x="3810000" y="1123656"/>
            <a:ext cx="1261646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Most Sold Product Category</a:t>
            </a:r>
          </a:p>
          <a:p>
            <a:pPr algn="ctr"/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by order count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0C1E34-550E-C205-22CF-1B2405E41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022" y="4047772"/>
            <a:ext cx="7833208" cy="30826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EF3118-95F6-D5F1-7514-D271E165D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713" y="4036886"/>
            <a:ext cx="5197794" cy="4846819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648E2E53-B89F-24CD-8FAC-C08E36D8FE5F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D1015-D2D8-2F1D-4D6D-F456EA53B272}"/>
              </a:ext>
            </a:extLst>
          </p:cNvPr>
          <p:cNvSpPr txBox="1"/>
          <p:nvPr/>
        </p:nvSpPr>
        <p:spPr>
          <a:xfrm>
            <a:off x="2133600" y="7874477"/>
            <a:ext cx="7833209" cy="95410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SMARTPHONE CATEGORY HAS HIGHEST ORDER COUNT </a:t>
            </a:r>
            <a:r>
              <a:rPr lang="en-US" sz="2800" b="1" dirty="0" err="1">
                <a:solidFill>
                  <a:srgbClr val="002060"/>
                </a:solidFill>
                <a:latin typeface="Bahnschrift" panose="020B0502040204020203" pitchFamily="34" charset="0"/>
              </a:rPr>
              <a:t>i.e</a:t>
            </a:r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 16830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953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1CE32-2C99-5596-219B-C581A5B4F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856F8A4-C745-CD9E-CDA3-6D8BC385E2BA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A309C11-8926-B0C2-6655-9BE646B76602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342808E-04D0-BC99-2A68-5CFCD3984710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E2C430F-1A80-AD10-ECB6-F01147B805AE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C67D7-C9B7-E9AB-8735-A224F580B56C}"/>
              </a:ext>
            </a:extLst>
          </p:cNvPr>
          <p:cNvSpPr txBox="1"/>
          <p:nvPr/>
        </p:nvSpPr>
        <p:spPr>
          <a:xfrm>
            <a:off x="3124200" y="945104"/>
            <a:ext cx="13867795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Top 6 Most Cancelled Products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5C8488-7E9E-3103-B5D6-9E0695F63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854" y="3145306"/>
            <a:ext cx="7177487" cy="47413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B35251-0798-9517-250E-2A6593A71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999" y="3145306"/>
            <a:ext cx="6929107" cy="31411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F58F9C-003F-96C4-C5EA-B6C75E35B9E0}"/>
              </a:ext>
            </a:extLst>
          </p:cNvPr>
          <p:cNvSpPr txBox="1"/>
          <p:nvPr/>
        </p:nvSpPr>
        <p:spPr>
          <a:xfrm>
            <a:off x="4648200" y="8331996"/>
            <a:ext cx="8612575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MOST CANCELLED PRODUCT IS TP-Link </a:t>
            </a:r>
            <a:r>
              <a:rPr lang="en-US" sz="2800" b="1" dirty="0" err="1">
                <a:solidFill>
                  <a:srgbClr val="002060"/>
                </a:solidFill>
                <a:latin typeface="Bahnschrift" panose="020B0502040204020203" pitchFamily="34" charset="0"/>
              </a:rPr>
              <a:t>WiFi</a:t>
            </a:r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 Router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952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86184-47E6-64D9-F009-EC6DC943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8AF16F-371D-B911-38AB-8F04384BDC67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00391EF-FD20-3960-4308-E31BA1B6685B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ABB73B4-1446-9574-72AB-066440EA7DB4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B9CDD38-24B7-D4D1-90E4-FAF95ACDB768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F795F7-FB30-8033-D210-318BDCE9D23F}"/>
              </a:ext>
            </a:extLst>
          </p:cNvPr>
          <p:cNvSpPr txBox="1"/>
          <p:nvPr/>
        </p:nvSpPr>
        <p:spPr>
          <a:xfrm>
            <a:off x="3705006" y="1179358"/>
            <a:ext cx="126164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Products-wise “In Transit”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DD192E-9EFC-5C53-E9D2-54A1386A7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3570" y="3165248"/>
            <a:ext cx="6263067" cy="43678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6D44F4-EC40-D205-B4D8-E1D47F6041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3176134"/>
            <a:ext cx="7930648" cy="45443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8C7342-8261-B5B1-7E15-B43330E3435A}"/>
              </a:ext>
            </a:extLst>
          </p:cNvPr>
          <p:cNvSpPr txBox="1"/>
          <p:nvPr/>
        </p:nvSpPr>
        <p:spPr>
          <a:xfrm>
            <a:off x="3705006" y="8331996"/>
            <a:ext cx="9555770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MOSTLY APPLE IPHONE 16 PRODUCTS ARE “IN TRANSIT”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310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299F2-8DE4-FDE6-ED93-B1CEC01B5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01A22C-DF8B-73AF-D0D6-A6354B31025D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97F75B4-73FA-B6A2-9287-52EB73B730A7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FD627CD-6C9E-D40E-0CC2-C8B309D6F92D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2A370F1-98A3-D7BA-3A1D-E66F42E09C87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5176E-54FA-3755-A3F9-D66D81863C9F}"/>
              </a:ext>
            </a:extLst>
          </p:cNvPr>
          <p:cNvSpPr txBox="1"/>
          <p:nvPr/>
        </p:nvSpPr>
        <p:spPr>
          <a:xfrm>
            <a:off x="2714242" y="1709737"/>
            <a:ext cx="13911860" cy="1492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9060" b="1" dirty="0">
                <a:solidFill>
                  <a:srgbClr val="002B58"/>
                </a:solidFill>
                <a:latin typeface="Rockwell Extra Bold" panose="02060903040505020403" pitchFamily="18" charset="0"/>
                <a:ea typeface="Readex Pro Semi-Bold"/>
                <a:cs typeface="Readex Pro Semi-Bold"/>
                <a:sym typeface="Readex Pro Semi-Bold"/>
              </a:rPr>
              <a:t>Orders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BC79B9-B1BC-736F-6E0D-976765AD38CC}"/>
              </a:ext>
            </a:extLst>
          </p:cNvPr>
          <p:cNvSpPr txBox="1"/>
          <p:nvPr/>
        </p:nvSpPr>
        <p:spPr>
          <a:xfrm>
            <a:off x="3955172" y="3816591"/>
            <a:ext cx="11430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Order Status Distribution</a:t>
            </a:r>
          </a:p>
          <a:p>
            <a:pPr marL="742950" indent="-742950">
              <a:buAutoNum type="arabicPeriod"/>
            </a:pPr>
            <a:r>
              <a:rPr lang="en-US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Top 10 Total Orders by year</a:t>
            </a:r>
          </a:p>
          <a:p>
            <a:pPr marL="742950" indent="-742950">
              <a:buAutoNum type="arabicPeriod"/>
            </a:pPr>
            <a:r>
              <a:rPr lang="en-US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Total Revenue by Year</a:t>
            </a:r>
          </a:p>
          <a:p>
            <a:pPr marL="742950" indent="-742950">
              <a:buAutoNum type="arabicPeriod"/>
            </a:pPr>
            <a:endParaRPr lang="en-IN" sz="4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144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0A724-792B-8835-0E38-0C750AC7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22191A-5200-AAAC-1929-DFFD51EE1A1F}"/>
              </a:ext>
            </a:extLst>
          </p:cNvPr>
          <p:cNvSpPr/>
          <p:nvPr/>
        </p:nvSpPr>
        <p:spPr>
          <a:xfrm flipV="1">
            <a:off x="-9908" y="-381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D91B05C-9C2D-6ADF-BB68-984FA2F6CE29}"/>
              </a:ext>
            </a:extLst>
          </p:cNvPr>
          <p:cNvSpPr/>
          <p:nvPr/>
        </p:nvSpPr>
        <p:spPr>
          <a:xfrm flipH="1">
            <a:off x="12849610" y="48768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E39B145-531D-C5F1-A320-1A86D6F862B1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1746DC5-DC88-740A-3E3C-AFCF84CA1798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9A010-E3AB-45B7-0CD3-DFDB50C165CA}"/>
              </a:ext>
            </a:extLst>
          </p:cNvPr>
          <p:cNvSpPr txBox="1"/>
          <p:nvPr/>
        </p:nvSpPr>
        <p:spPr>
          <a:xfrm>
            <a:off x="3352800" y="1959517"/>
            <a:ext cx="126164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Order Status Distribution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F43ADF-3725-7663-3A8A-328EFFA58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176607"/>
            <a:ext cx="5106959" cy="25433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443BE8-6632-3B70-2DF8-73F017A34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4176607"/>
            <a:ext cx="7266820" cy="2543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70C394-3704-0B18-E9A2-3D9CFF44D2F7}"/>
              </a:ext>
            </a:extLst>
          </p:cNvPr>
          <p:cNvSpPr txBox="1"/>
          <p:nvPr/>
        </p:nvSpPr>
        <p:spPr>
          <a:xfrm>
            <a:off x="4934485" y="7382086"/>
            <a:ext cx="7266820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MOST PRODUCTS ARE  ‘IN TRANSIT’ = 25145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301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48383F-93DB-A65D-F899-DDB83ECB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FC233D-062D-DFE0-9D97-87D60D900414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92FF807-24FB-A1E7-4CEE-8A3490214C94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647ED8E-76F4-D820-D3D5-A7C77EC99F14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9B33BF0-49C4-3E76-92AB-4F5E21458807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51C35-66E0-F9EA-3190-3E031BAC2F9C}"/>
              </a:ext>
            </a:extLst>
          </p:cNvPr>
          <p:cNvSpPr txBox="1"/>
          <p:nvPr/>
        </p:nvSpPr>
        <p:spPr>
          <a:xfrm>
            <a:off x="3810000" y="668789"/>
            <a:ext cx="126164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Top 6  Total Orders by Year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F9E4A-B1AF-DE4B-39B7-96BF5BBC9272}"/>
              </a:ext>
            </a:extLst>
          </p:cNvPr>
          <p:cNvSpPr txBox="1"/>
          <p:nvPr/>
        </p:nvSpPr>
        <p:spPr>
          <a:xfrm>
            <a:off x="1899557" y="7562850"/>
            <a:ext cx="7244443" cy="95410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HIGHEST ORDERS ARE RECORDED IN YEAR 2007 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04B0BE-B0D4-2167-E101-F025A1463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3262677"/>
            <a:ext cx="5037815" cy="4035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D34EA9-8F21-F75C-FFE1-9B3A1786E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262677"/>
            <a:ext cx="7387882" cy="403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73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F7057-3943-FC14-15B6-D1A09585B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9573C89-95D8-16C0-1CB4-8CE9069E0241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BA828F5-515B-A872-1C3F-E44CEBC1A8C6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2519BC6-0B2A-5A90-1C4B-1F29BC4225D1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C1A3A57-E9C9-1023-3BD9-73D83BEAC9A4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67802-21CE-A0BB-9658-6EF24699A199}"/>
              </a:ext>
            </a:extLst>
          </p:cNvPr>
          <p:cNvSpPr txBox="1"/>
          <p:nvPr/>
        </p:nvSpPr>
        <p:spPr>
          <a:xfrm>
            <a:off x="3182504" y="1556835"/>
            <a:ext cx="126164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Top 5  Total Revenue by Year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336762-05EC-50EE-5E7C-72728EEA1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832" y="3672713"/>
            <a:ext cx="5292282" cy="35281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E4F34A-DE75-B9AD-0B5E-CFADD06EB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195" y="3672713"/>
            <a:ext cx="8043539" cy="3528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623125-CB5B-8393-F7BF-5936FE20697C}"/>
              </a:ext>
            </a:extLst>
          </p:cNvPr>
          <p:cNvSpPr txBox="1"/>
          <p:nvPr/>
        </p:nvSpPr>
        <p:spPr>
          <a:xfrm>
            <a:off x="4837713" y="7562850"/>
            <a:ext cx="7659088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HIGHEST REVENUE GENERATED IN YEAR 2007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876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A0A57-1E42-5F06-8739-992F2251C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048D96-75A4-B385-64EE-13FA67F4A329}"/>
              </a:ext>
            </a:extLst>
          </p:cNvPr>
          <p:cNvSpPr/>
          <p:nvPr/>
        </p:nvSpPr>
        <p:spPr>
          <a:xfrm flipV="1">
            <a:off x="-9909" y="-10886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553F460-9789-6FC3-F3C7-2E37B461AB46}"/>
              </a:ext>
            </a:extLst>
          </p:cNvPr>
          <p:cNvSpPr/>
          <p:nvPr/>
        </p:nvSpPr>
        <p:spPr>
          <a:xfrm flipH="1">
            <a:off x="12882268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6133DB1-FA32-29BE-E268-43C5A0BC77EF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375A0B6-8B15-6BAC-7774-4ABBDADD7630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162E4-726F-FAC7-00C6-FEF083F3F236}"/>
              </a:ext>
            </a:extLst>
          </p:cNvPr>
          <p:cNvSpPr txBox="1"/>
          <p:nvPr/>
        </p:nvSpPr>
        <p:spPr>
          <a:xfrm>
            <a:off x="2374956" y="2528887"/>
            <a:ext cx="1391186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b="1" dirty="0">
                <a:solidFill>
                  <a:srgbClr val="002B58"/>
                </a:solidFill>
                <a:latin typeface="Rockwell Extra Bold" panose="02060903040505020403" pitchFamily="18" charset="0"/>
                <a:ea typeface="Readex Pro Semi-Bold"/>
                <a:cs typeface="Readex Pro Semi-Bold"/>
                <a:sym typeface="Readex Pro Semi-Bold"/>
              </a:rPr>
              <a:t>Using Windows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C5E93-8503-F21A-91E9-65E065F0B84F}"/>
              </a:ext>
            </a:extLst>
          </p:cNvPr>
          <p:cNvSpPr txBox="1"/>
          <p:nvPr/>
        </p:nvSpPr>
        <p:spPr>
          <a:xfrm>
            <a:off x="2590800" y="5143500"/>
            <a:ext cx="1348017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Products by Revenue(using RANK)</a:t>
            </a:r>
          </a:p>
          <a:p>
            <a:pPr marL="742950" indent="-742950">
              <a:buAutoNum type="arabicPeriod"/>
            </a:pPr>
            <a:r>
              <a:rPr lang="en-US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Customers by Revenue(Using DENSE_RANK)</a:t>
            </a:r>
          </a:p>
          <a:p>
            <a:pPr marL="742950" indent="-742950">
              <a:buAutoNum type="arabicPeriod"/>
            </a:pPr>
            <a:r>
              <a:rPr lang="en-US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Products by Sales(Using ROW_NUMBER)</a:t>
            </a:r>
          </a:p>
        </p:txBody>
      </p:sp>
    </p:spTree>
    <p:extLst>
      <p:ext uri="{BB962C8B-B14F-4D97-AF65-F5344CB8AC3E}">
        <p14:creationId xmlns:p14="http://schemas.microsoft.com/office/powerpoint/2010/main" val="3100589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15466-C93C-FF08-01AF-07B57A1ED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F12191-A92A-DAD6-D8CF-B4E0502F05F1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71083E8-9519-3B01-0B9A-5D8BA25903F3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5F9AD4C-C39C-CF71-3994-333D6146978B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3EFC2-9675-C9C1-91E7-FF1361281A1A}"/>
              </a:ext>
            </a:extLst>
          </p:cNvPr>
          <p:cNvSpPr txBox="1"/>
          <p:nvPr/>
        </p:nvSpPr>
        <p:spPr>
          <a:xfrm>
            <a:off x="3352800" y="1116566"/>
            <a:ext cx="126164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Products by Revenue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E80CF5-682F-308C-7487-C1AC554B8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71" y="3722273"/>
            <a:ext cx="6762183" cy="4215573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762AE3AB-262B-C6BB-ECBD-9E5C318C4CAC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AA19D9-23DD-566B-D194-CE963AE79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195" y="3697083"/>
            <a:ext cx="8543263" cy="42155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F4641A-E56F-4631-F037-077D0FFEE42B}"/>
              </a:ext>
            </a:extLst>
          </p:cNvPr>
          <p:cNvSpPr txBox="1"/>
          <p:nvPr/>
        </p:nvSpPr>
        <p:spPr>
          <a:xfrm>
            <a:off x="2862551" y="2100321"/>
            <a:ext cx="13911860" cy="1383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4400" b="1" i="1" dirty="0">
                <a:solidFill>
                  <a:srgbClr val="002B58"/>
                </a:solidFill>
                <a:latin typeface="Rockwell" panose="02060603020205020403" pitchFamily="18" charset="0"/>
                <a:ea typeface="Readex Pro Semi-Bold"/>
                <a:cs typeface="Readex Pro Semi-Bold"/>
                <a:sym typeface="Readex Pro Semi-Bold"/>
              </a:rPr>
              <a:t>Using RANK( ) Window function</a:t>
            </a:r>
            <a:endParaRPr lang="en-US" sz="2800" b="1" i="1" dirty="0">
              <a:solidFill>
                <a:srgbClr val="002B58"/>
              </a:solidFill>
              <a:latin typeface="Rockwell" panose="020606030202050204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520345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CF9C2-BCD9-A56F-4FEE-FF483347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592756-E911-3F2D-5F80-D05752E018A7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B617281-7589-F432-E8F2-C981FF51FF62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312209F-6B9A-F7FA-B086-F7F3B8F87766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B3FBC-DCB8-3B70-6436-138EC9A66EF2}"/>
              </a:ext>
            </a:extLst>
          </p:cNvPr>
          <p:cNvSpPr txBox="1"/>
          <p:nvPr/>
        </p:nvSpPr>
        <p:spPr>
          <a:xfrm>
            <a:off x="3209718" y="780071"/>
            <a:ext cx="1365830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 Customers by Revenue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733C2C-C28A-F62E-0D04-A89DEEB27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8344" y="4034558"/>
            <a:ext cx="5768556" cy="4156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CED037-C642-74D9-2BF3-0EC7304D4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224" y="4034558"/>
            <a:ext cx="9073120" cy="3623542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D868A640-CF0B-7087-A0CF-89E53972F3F8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AC44A-D09B-09F8-61EB-D3A6F6BEA8A3}"/>
              </a:ext>
            </a:extLst>
          </p:cNvPr>
          <p:cNvSpPr txBox="1"/>
          <p:nvPr/>
        </p:nvSpPr>
        <p:spPr>
          <a:xfrm>
            <a:off x="2797973" y="1641545"/>
            <a:ext cx="13911860" cy="1383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4400" b="1" i="1" dirty="0">
                <a:solidFill>
                  <a:srgbClr val="002B58"/>
                </a:solidFill>
                <a:latin typeface="Rockwell" panose="02060603020205020403" pitchFamily="18" charset="0"/>
                <a:ea typeface="Readex Pro Semi-Bold"/>
                <a:cs typeface="Readex Pro Semi-Bold"/>
                <a:sym typeface="Readex Pro Semi-Bold"/>
              </a:rPr>
              <a:t>Using DENSE_RANK( ) Window function</a:t>
            </a:r>
            <a:endParaRPr lang="en-US" sz="2800" b="1" i="1" dirty="0">
              <a:solidFill>
                <a:srgbClr val="002B58"/>
              </a:solidFill>
              <a:latin typeface="Rockwell" panose="020606030202050204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767688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6184D-7B29-EF97-D578-AA611796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421828-DC98-FABE-9474-FEAF5547E7FA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46B86BF-F143-B19E-7444-ECD9C96703AB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9FF2840-88B8-74CD-E105-C6CD5F15F5A1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94FF4-E57E-91E8-DD1F-008163748EBE}"/>
              </a:ext>
            </a:extLst>
          </p:cNvPr>
          <p:cNvSpPr txBox="1"/>
          <p:nvPr/>
        </p:nvSpPr>
        <p:spPr>
          <a:xfrm>
            <a:off x="3209718" y="780071"/>
            <a:ext cx="13658302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12685"/>
              </a:lnSpc>
              <a:defRPr sz="8000" b="1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</a:defRPr>
            </a:lvl1pPr>
          </a:lstStyle>
          <a:p>
            <a:r>
              <a:rPr lang="en-US" dirty="0"/>
              <a:t>Products by Sales</a:t>
            </a:r>
            <a:endParaRPr lang="en-US" dirty="0">
              <a:sym typeface="Readex Pro Semi-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82F44D-B60C-9953-C357-202DE7B87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4288964"/>
            <a:ext cx="6564031" cy="4299584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AAEA54EC-26E8-1D9A-C629-5F6A285A5F95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DEAA25-1D73-6485-5921-47A193076F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7195" y="4293007"/>
            <a:ext cx="8015651" cy="29567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A3C7A9-639C-CFFC-2A3A-87D1DF5DA3E3}"/>
              </a:ext>
            </a:extLst>
          </p:cNvPr>
          <p:cNvSpPr txBox="1"/>
          <p:nvPr/>
        </p:nvSpPr>
        <p:spPr>
          <a:xfrm>
            <a:off x="2797670" y="1826842"/>
            <a:ext cx="13911860" cy="1383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4400" b="1" i="1" dirty="0">
                <a:solidFill>
                  <a:srgbClr val="002B58"/>
                </a:solidFill>
                <a:latin typeface="Rockwell" panose="02060603020205020403" pitchFamily="18" charset="0"/>
                <a:ea typeface="Readex Pro Semi-Bold"/>
                <a:cs typeface="Readex Pro Semi-Bold"/>
                <a:sym typeface="Readex Pro Semi-Bold"/>
              </a:rPr>
              <a:t>Using ROW_NUMBER( ) Window function</a:t>
            </a:r>
            <a:endParaRPr lang="en-US" sz="2800" b="1" i="1" dirty="0">
              <a:solidFill>
                <a:srgbClr val="002B58"/>
              </a:solidFill>
              <a:latin typeface="Rockwell" panose="020606030202050204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306082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9882E-0632-E5D2-443A-0B8FAF43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016E7F1-D279-1343-2EB4-2A224149986F}"/>
              </a:ext>
            </a:extLst>
          </p:cNvPr>
          <p:cNvSpPr/>
          <p:nvPr/>
        </p:nvSpPr>
        <p:spPr>
          <a:xfrm flipV="1">
            <a:off x="-9908" y="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7CB680C-7321-78A5-A25A-00FCBDDE7EB0}"/>
              </a:ext>
            </a:extLst>
          </p:cNvPr>
          <p:cNvSpPr/>
          <p:nvPr/>
        </p:nvSpPr>
        <p:spPr>
          <a:xfrm flipH="1">
            <a:off x="12849610" y="48387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CF7F2DE-8576-6A47-618C-BD742D17B1DE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64DAD17-3E9F-E97B-C60F-0E0DD18C45D0}"/>
              </a:ext>
            </a:extLst>
          </p:cNvPr>
          <p:cNvSpPr/>
          <p:nvPr/>
        </p:nvSpPr>
        <p:spPr>
          <a:xfrm>
            <a:off x="16840806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C8791-C9AE-9638-EEB9-68CC3F6460B8}"/>
              </a:ext>
            </a:extLst>
          </p:cNvPr>
          <p:cNvSpPr txBox="1"/>
          <p:nvPr/>
        </p:nvSpPr>
        <p:spPr>
          <a:xfrm>
            <a:off x="2714242" y="1630426"/>
            <a:ext cx="12616460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85"/>
              </a:lnSpc>
            </a:pPr>
            <a:r>
              <a:rPr lang="en-US" sz="8000" b="1" dirty="0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  <a:sym typeface="Readex Pro Semi-Bold"/>
              </a:rPr>
              <a:t>VIEWS (Virtual Table)</a:t>
            </a:r>
            <a:endParaRPr lang="en-US" sz="6600" b="1" dirty="0">
              <a:solidFill>
                <a:srgbClr val="002B58"/>
              </a:solidFill>
              <a:latin typeface="Perpetua" panose="02020502060401020303" pitchFamily="18" charset="0"/>
              <a:ea typeface="Readex Pro Semi-Bold"/>
              <a:cs typeface="Readex Pro Semi-Bold"/>
              <a:sym typeface="Readex Pro Semi-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DB20A4-20FF-D144-31F8-4481C4590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931" y="3557458"/>
            <a:ext cx="7239000" cy="51263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9D9BBC-8019-4D5B-05BA-BB8D107E2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3806188"/>
            <a:ext cx="5900099" cy="487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57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47D1B-563B-C83C-7B12-D177FB4BA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679695-62BA-0A4D-9D7C-FE6FE43082E4}"/>
              </a:ext>
            </a:extLst>
          </p:cNvPr>
          <p:cNvSpPr/>
          <p:nvPr/>
        </p:nvSpPr>
        <p:spPr>
          <a:xfrm flipV="1">
            <a:off x="-9909" y="-81065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53A6A62-13FF-D657-551F-643E4EE5CE27}"/>
              </a:ext>
            </a:extLst>
          </p:cNvPr>
          <p:cNvSpPr/>
          <p:nvPr/>
        </p:nvSpPr>
        <p:spPr>
          <a:xfrm>
            <a:off x="610206" y="7472290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D5B5046-6FA6-3FCC-EB7E-949493F0BE38}"/>
              </a:ext>
            </a:extLst>
          </p:cNvPr>
          <p:cNvSpPr/>
          <p:nvPr/>
        </p:nvSpPr>
        <p:spPr>
          <a:xfrm>
            <a:off x="16884348" y="511789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BE73BC-3595-CF36-E0CF-A0C1FE4D0E3C}"/>
              </a:ext>
            </a:extLst>
          </p:cNvPr>
          <p:cNvSpPr txBox="1"/>
          <p:nvPr/>
        </p:nvSpPr>
        <p:spPr>
          <a:xfrm>
            <a:off x="2565826" y="945105"/>
            <a:ext cx="13658302" cy="1461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12685"/>
              </a:lnSpc>
              <a:defRPr sz="8000" b="1">
                <a:solidFill>
                  <a:srgbClr val="002B58"/>
                </a:solidFill>
                <a:latin typeface="Perpetua" panose="02020502060401020303" pitchFamily="18" charset="0"/>
                <a:ea typeface="Readex Pro Semi-Bold"/>
                <a:cs typeface="Readex Pro Semi-Bold"/>
              </a:defRPr>
            </a:lvl1pPr>
          </a:lstStyle>
          <a:p>
            <a:r>
              <a:rPr lang="en-US" u="sng" dirty="0">
                <a:latin typeface="Rockwell Extra Bold" panose="02060903040505020403" pitchFamily="18" charset="0"/>
                <a:sym typeface="Readex Pro Semi-Bold"/>
              </a:rPr>
              <a:t>CONCLUSION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04A93F-1BD4-95E9-B7D8-8689A8C17793}"/>
              </a:ext>
            </a:extLst>
          </p:cNvPr>
          <p:cNvSpPr txBox="1"/>
          <p:nvPr/>
        </p:nvSpPr>
        <p:spPr>
          <a:xfrm>
            <a:off x="1927377" y="2814709"/>
            <a:ext cx="14935200" cy="61863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ell MT" panose="02020503060305020303" pitchFamily="18" charset="0"/>
              </a:rPr>
              <a:t>The 36–45 age group forms the largest customer segment.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ell MT" panose="02020503060305020303" pitchFamily="18" charset="0"/>
              </a:rPr>
              <a:t>Delhi contributes the highest number of orders.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ell MT" panose="02020503060305020303" pitchFamily="18" charset="0"/>
              </a:rPr>
              <a:t>Smartphones are the top-performing category in both sales and order volume.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ell MT" panose="02020503060305020303" pitchFamily="18" charset="0"/>
              </a:rPr>
              <a:t>Apple iPhone 16 emerges as the best-selling product, most expensive.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ell MT" panose="02020503060305020303" pitchFamily="18" charset="0"/>
              </a:rPr>
              <a:t>A significant number of orders are “In Transit”, indicating scope for logistics optimization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ell MT" panose="02020503060305020303" pitchFamily="18" charset="0"/>
              </a:rPr>
              <a:t>Certain products show high cancellation rates, requiring further investigation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ell MT" panose="02020503060305020303" pitchFamily="18" charset="0"/>
              </a:rPr>
              <a:t>The year 2007 recorded peak orders and revenue, highlighting strong historical performance</a:t>
            </a:r>
            <a:endParaRPr lang="en-IN" sz="3600" dirty="0">
              <a:latin typeface="Bell MT" panose="02020503060305020303" pitchFamily="18" charset="0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D6FEDFF-F355-40EF-5979-D13FE4F376C3}"/>
              </a:ext>
            </a:extLst>
          </p:cNvPr>
          <p:cNvSpPr/>
          <p:nvPr/>
        </p:nvSpPr>
        <p:spPr>
          <a:xfrm flipH="1">
            <a:off x="12849611" y="48768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4687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874FB-5CE4-BA2E-5262-1CB5CFCE0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F0A935-B34D-5316-76A2-C88C4F04F7AC}"/>
              </a:ext>
            </a:extLst>
          </p:cNvPr>
          <p:cNvSpPr/>
          <p:nvPr/>
        </p:nvSpPr>
        <p:spPr>
          <a:xfrm rot="16200000" flipV="1">
            <a:off x="-38099" y="48768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19A633E-49A5-AF08-E7D0-DF355D9B8BD2}"/>
              </a:ext>
            </a:extLst>
          </p:cNvPr>
          <p:cNvSpPr/>
          <p:nvPr/>
        </p:nvSpPr>
        <p:spPr>
          <a:xfrm rot="16200000" flipH="1">
            <a:off x="12839700" y="-38100"/>
            <a:ext cx="5448300" cy="5448300"/>
          </a:xfrm>
          <a:custGeom>
            <a:avLst/>
            <a:gdLst/>
            <a:ahLst/>
            <a:cxnLst/>
            <a:rect l="l" t="t" r="r" b="b"/>
            <a:pathLst>
              <a:path w="5448300" h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E972080-1AFC-6E3F-8760-E3F75CC7A429}"/>
              </a:ext>
            </a:extLst>
          </p:cNvPr>
          <p:cNvSpPr/>
          <p:nvPr/>
        </p:nvSpPr>
        <p:spPr>
          <a:xfrm>
            <a:off x="1066800" y="604765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786D99A-107B-BD8E-ED63-4C6A062853F7}"/>
              </a:ext>
            </a:extLst>
          </p:cNvPr>
          <p:cNvSpPr/>
          <p:nvPr/>
        </p:nvSpPr>
        <p:spPr>
          <a:xfrm>
            <a:off x="15814753" y="7211642"/>
            <a:ext cx="836989" cy="2209944"/>
          </a:xfrm>
          <a:custGeom>
            <a:avLst/>
            <a:gdLst/>
            <a:ahLst/>
            <a:cxnLst/>
            <a:rect l="l" t="t" r="r" b="b"/>
            <a:pathLst>
              <a:path w="836989" h="2209944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76A154-1360-7628-6D0F-A70DC7B591CE}"/>
              </a:ext>
            </a:extLst>
          </p:cNvPr>
          <p:cNvSpPr txBox="1"/>
          <p:nvPr/>
        </p:nvSpPr>
        <p:spPr>
          <a:xfrm>
            <a:off x="2512326" y="4363479"/>
            <a:ext cx="13302427" cy="156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86"/>
              </a:lnSpc>
            </a:pPr>
            <a:r>
              <a:rPr lang="en-US" sz="16000" b="1" dirty="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THANK YOU</a:t>
            </a:r>
          </a:p>
        </p:txBody>
      </p:sp>
      <p:sp>
        <p:nvSpPr>
          <p:cNvPr id="7" name="AutoShape 2" descr="फ्लिपकार्ट - विकिपीडिया">
            <a:extLst>
              <a:ext uri="{FF2B5EF4-FFF2-40B4-BE49-F238E27FC236}">
                <a16:creationId xmlns:a16="http://schemas.microsoft.com/office/drawing/2014/main" id="{F8C1EF47-14B3-EBBD-A239-166E707DC2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4991100"/>
            <a:ext cx="51816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545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445</Words>
  <Application>Microsoft Office PowerPoint</Application>
  <PresentationFormat>Custom</PresentationFormat>
  <Paragraphs>82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Readex Pro Semi-Bold</vt:lpstr>
      <vt:lpstr>Arial</vt:lpstr>
      <vt:lpstr>Bell MT</vt:lpstr>
      <vt:lpstr>Cooper Black</vt:lpstr>
      <vt:lpstr>Rockwell</vt:lpstr>
      <vt:lpstr>Calibri</vt:lpstr>
      <vt:lpstr>Rockwell Extra Bold</vt:lpstr>
      <vt:lpstr>Perpetua</vt:lpstr>
      <vt:lpstr>Cascadia Code</vt:lpstr>
      <vt:lpstr>Bahnschrift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Krupa Dalal</cp:lastModifiedBy>
  <cp:revision>1</cp:revision>
  <dcterms:created xsi:type="dcterms:W3CDTF">2006-08-16T00:00:00Z</dcterms:created>
  <dcterms:modified xsi:type="dcterms:W3CDTF">2026-04-03T16:37:30Z</dcterms:modified>
  <dc:identifier>DAHFNjospyo</dc:identifier>
</cp:coreProperties>
</file>